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112" r:id="rId4"/>
  </p:sldMasterIdLst>
  <p:notesMasterIdLst>
    <p:notesMasterId r:id="rId6"/>
  </p:notesMasterIdLst>
  <p:handoutMasterIdLst>
    <p:handoutMasterId r:id="rId7"/>
  </p:handoutMasterIdLst>
  <p:sldIdLst>
    <p:sldId id="256" r:id="rId5"/>
    <p:sldId id="257" r:id="rId14"/>
    <p:sldId id="258" r:id="rId15"/>
    <p:sldId id="259" r:id="rId16"/>
    <p:sldId id="260" r:id="rId17"/>
    <p:sldId id="261" r:id="rId18"/>
    <p:sldId id="262" r:id="rId19"/>
    <p:sldId id="26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4C7672-AFFE-2B07-47CF-2875674AE31E}" name="Cherry Han" initials="" userId="S::cherry@innerchapter.co::1dd7f24e-13b2-4c7a-8415-37a02a35855a" providerId="AD"/>
  <p188:author id="{98416D7D-EF7F-971D-B704-6C1DCB47CF77}" name="Elaine Shi" initials="" userId="S::elaine.shi@innerchapter.co::2af58256-6942-4121-8ecb-62f3c6602c64" providerId="AD"/>
  <p188:author id="{5AB311B4-987F-60F2-C647-296155F517BC}" name="Tristan McInnis" initials="TM" userId="S::tristan@innerchapter.co::e87dff8a-f63f-4ba8-b09b-39f97b45cf3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44B5"/>
    <a:srgbClr val="5AC19D"/>
    <a:srgbClr val="1A3C5A"/>
    <a:srgbClr val="29C08E"/>
    <a:srgbClr val="2574A6"/>
    <a:srgbClr val="737FA6"/>
    <a:srgbClr val="F5BB57"/>
    <a:srgbClr val="FEF3C7"/>
    <a:srgbClr val="00B0F0"/>
    <a:srgbClr val="EDDF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BEA715-7DAC-C54E-8216-F0C5EF2D1720}" v="62" dt="2026-01-07T07:54:18.668"/>
    <p1510:client id="{9332F9C2-058B-028F-5839-50A7CD45178E}" v="83" dt="2026-01-07T06:51:39.180"/>
  </p1510:revLst>
</p1510:revInfo>
</file>

<file path=ppt/tableStyles.xml><?xml version="1.0" encoding="utf-8"?>
<a:tblStyleLst xmlns:a="http://schemas.openxmlformats.org/drawingml/2006/main" def="{9D7B26C5-4107-4FEC-AEDC-1716B250A1E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37"/>
    <p:restoredTop sz="94673"/>
  </p:normalViewPr>
  <p:slideViewPr>
    <p:cSldViewPr snapToGrid="0">
      <p:cViewPr varScale="1">
        <p:scale>
          <a:sx n="96" d="100"/>
          <a:sy n="96" d="100"/>
        </p:scale>
        <p:origin x="184" y="2904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Relationship Id="rId13" Type="http://schemas.microsoft.com/office/2018/10/relationships/authors" Target="authors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BE2E74C-16C8-D641-8DBE-8FEE07A4EB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FA9B7E-3A49-754E-B3EC-55E1CFEB22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47E40F-9A50-5C47-8378-7B9CBFF94EF3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41DE0F-2E57-A240-8CDC-12D9CFD48C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1F0F83-D774-084B-A781-5215BCCFF4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60A68B-2577-184E-B375-514975720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1017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D7ED42-C858-4341-A34B-9A27DFC26AFF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1CEFD5-4C5B-6E4A-A468-67AE7B500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047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823C1B-BBF4-8C47-946E-21B2EBD77269}"/>
              </a:ext>
            </a:extLst>
          </p:cNvPr>
          <p:cNvSpPr/>
          <p:nvPr userDrawn="1"/>
        </p:nvSpPr>
        <p:spPr>
          <a:xfrm>
            <a:off x="155575" y="1449388"/>
            <a:ext cx="11880849" cy="3240087"/>
          </a:xfrm>
          <a:prstGeom prst="rect">
            <a:avLst/>
          </a:prstGeom>
          <a:noFill/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50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2D9135A-D0FB-C74D-B64B-A2465FD7E31F}"/>
              </a:ext>
            </a:extLst>
          </p:cNvPr>
          <p:cNvCxnSpPr>
            <a:cxnSpLocks/>
          </p:cNvCxnSpPr>
          <p:nvPr userDrawn="1"/>
        </p:nvCxnSpPr>
        <p:spPr>
          <a:xfrm>
            <a:off x="8187798" y="1449388"/>
            <a:ext cx="0" cy="3240087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639C6D-5F24-D741-A5C1-6DB971FDCFF4}"/>
              </a:ext>
            </a:extLst>
          </p:cNvPr>
          <p:cNvCxnSpPr>
            <a:cxnSpLocks/>
            <a:stCxn id="2" idx="1"/>
          </p:cNvCxnSpPr>
          <p:nvPr userDrawn="1"/>
        </p:nvCxnSpPr>
        <p:spPr>
          <a:xfrm>
            <a:off x="155575" y="3069432"/>
            <a:ext cx="8032223" cy="0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663B02F-4C5D-CB4D-9FDB-38277C5809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5826" y="3334871"/>
            <a:ext cx="2483641" cy="118687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0700631-5F8C-7244-9D82-274A807E26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5826" y="1699027"/>
            <a:ext cx="7495907" cy="1202670"/>
          </a:xfr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D0FCAF1B-C99E-C144-A97D-B1E1E10299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78047" y="1699101"/>
            <a:ext cx="3268126" cy="1202595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9B7A4B2F-BC63-9E4A-935A-66568B258A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78046" y="3338373"/>
            <a:ext cx="3268127" cy="1183368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255B9CD-36F0-C44A-A901-F8BB2CD8E5B7}"/>
              </a:ext>
            </a:extLst>
          </p:cNvPr>
          <p:cNvCxnSpPr>
            <a:cxnSpLocks/>
          </p:cNvCxnSpPr>
          <p:nvPr userDrawn="1"/>
        </p:nvCxnSpPr>
        <p:spPr>
          <a:xfrm>
            <a:off x="4504616" y="3069431"/>
            <a:ext cx="0" cy="1620042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36FD9148-93D2-6044-8403-3003F20AD0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50682" y="3334871"/>
            <a:ext cx="3191049" cy="118687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9322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id-2x2-2-body-a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91288A1-B781-8746-B811-2FB4F3E71F9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B5A31C18-2342-2B42-B4EA-87ACBD3E27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78200" y="2785274"/>
            <a:ext cx="7078130" cy="1287452"/>
          </a:xfrm>
        </p:spPr>
        <p:txBody>
          <a:bodyPr anchor="ctr"/>
          <a:lstStyle>
            <a:lvl1pPr marL="0" indent="0" algn="ctr">
              <a:buNone/>
              <a:defRPr sz="60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482643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cente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1E54864-7CAA-224B-8289-E6FDA33F9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15C3D29-B8A7-3642-ADE0-3ECF83C75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102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155575" y="1990165"/>
            <a:ext cx="5760000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587057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0" y="388170"/>
            <a:ext cx="6026149" cy="6469829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03847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2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3290607" y="1990165"/>
            <a:ext cx="2735543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587057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0" y="388170"/>
            <a:ext cx="6026149" cy="6469829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4869927-ACA1-2D46-9C0E-8CAF864B8D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5575" y="1990165"/>
            <a:ext cx="2735543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293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3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1" y="0"/>
            <a:ext cx="6026149" cy="6858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2" y="3608388"/>
            <a:ext cx="5760000" cy="1079501"/>
          </a:xfrm>
        </p:spPr>
        <p:txBody>
          <a:bodyPr/>
          <a:lstStyle>
            <a:lvl1pPr marL="0" indent="0">
              <a:buNone/>
              <a:defRPr sz="1500" b="0" i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77573" y="1449389"/>
            <a:ext cx="5760000" cy="1079500"/>
          </a:xfrm>
        </p:spPr>
        <p:txBody>
          <a:bodyPr/>
          <a:lstStyle>
            <a:lvl1pPr marL="0" indent="0">
              <a:buNone/>
              <a:defRPr sz="30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155573" y="5244353"/>
            <a:ext cx="5760000" cy="1245348"/>
          </a:xfrm>
        </p:spPr>
        <p:txBody>
          <a:bodyPr/>
          <a:lstStyle>
            <a:lvl5pPr marL="0" indent="0">
              <a:buNone/>
              <a:defRPr sz="1500"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F770BCF-3ACB-BC4D-8958-C62E9DC1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190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2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B48AB4D1-EC5B-4E45-A1C0-B45EC36DF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1"/>
            <a:ext cx="11880850" cy="1608418"/>
          </a:xfrm>
        </p:spPr>
        <p:txBody>
          <a:bodyPr tIns="36000"/>
          <a:lstStyle>
            <a:lvl1pPr>
              <a:defRPr sz="3000" b="0" i="0">
                <a:solidFill>
                  <a:schemeClr val="tx1"/>
                </a:solidFill>
                <a:latin typeface="Aptos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C0BA2FA-07A3-5142-B026-A1BFA957CF7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5575" y="2528888"/>
            <a:ext cx="5760000" cy="3960812"/>
          </a:xfrm>
        </p:spPr>
        <p:txBody>
          <a:bodyPr/>
          <a:lstStyle>
            <a:lvl1pPr>
              <a:defRPr sz="1700" b="0" i="0">
                <a:solidFill>
                  <a:schemeClr val="tx1"/>
                </a:solidFill>
              </a:defRPr>
            </a:lvl1pPr>
            <a:lvl2pPr>
              <a:defRPr b="0" i="0">
                <a:solidFill>
                  <a:schemeClr val="tx1"/>
                </a:solidFill>
              </a:defRPr>
            </a:lvl2pPr>
            <a:lvl3pPr>
              <a:defRPr sz="1700" b="0" i="0">
                <a:solidFill>
                  <a:schemeClr val="tx1"/>
                </a:solidFill>
              </a:defRPr>
            </a:lvl3pPr>
            <a:lvl4pPr>
              <a:defRPr sz="1700" b="0" i="0">
                <a:solidFill>
                  <a:schemeClr val="tx1"/>
                </a:solidFill>
              </a:defRPr>
            </a:lvl4pPr>
            <a:lvl5pPr>
              <a:defRPr b="0" i="0">
                <a:solidFill>
                  <a:schemeClr val="tx1"/>
                </a:solidFill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6410499-928A-7645-B5BD-59B1800A99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2403" y="2528886"/>
            <a:ext cx="5760000" cy="3960813"/>
          </a:xfrm>
        </p:spPr>
        <p:txBody>
          <a:bodyPr/>
          <a:lstStyle>
            <a:lvl1pPr>
              <a:defRPr sz="1700" b="0" i="0">
                <a:solidFill>
                  <a:schemeClr val="tx1"/>
                </a:solidFill>
              </a:defRPr>
            </a:lvl1pPr>
            <a:lvl2pPr>
              <a:defRPr b="0" i="0">
                <a:solidFill>
                  <a:schemeClr val="tx1"/>
                </a:solidFill>
              </a:defRPr>
            </a:lvl2pPr>
            <a:lvl3pPr>
              <a:defRPr sz="1700" b="0" i="0">
                <a:solidFill>
                  <a:schemeClr val="tx1"/>
                </a:solidFill>
              </a:defRPr>
            </a:lvl3pPr>
            <a:lvl4pPr>
              <a:defRPr sz="1700" b="0" i="0">
                <a:solidFill>
                  <a:schemeClr val="tx1"/>
                </a:solidFill>
              </a:defRPr>
            </a:lvl4pPr>
            <a:lvl5pPr>
              <a:defRPr b="0" i="0">
                <a:solidFill>
                  <a:schemeClr val="tx1"/>
                </a:solidFill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55E7B62-A971-BB45-9454-2CC74BE00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3617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155575" y="355070"/>
            <a:ext cx="11880850" cy="650292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1449389"/>
            <a:ext cx="5940425" cy="4319586"/>
          </a:xfrm>
          <a:solidFill>
            <a:schemeClr val="bg1"/>
          </a:solidFill>
        </p:spPr>
        <p:txBody>
          <a:bodyPr lIns="180000" tIns="180000" rIns="180000" bIns="180000"/>
          <a:lstStyle>
            <a:lvl1pPr marL="0" indent="0">
              <a:buFont typeface="Lucida Grande"/>
              <a:buNone/>
              <a:defRPr sz="3000" b="0" i="0">
                <a:latin typeface="Aptos" pitchFamily="2" charset="0"/>
                <a:ea typeface="Aptos" charset="0"/>
                <a:cs typeface="Aptos" charset="0"/>
              </a:defRPr>
            </a:lvl1pPr>
            <a:lvl2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>
              <a:buFont typeface="Lucida Grande"/>
              <a:buChar char="-"/>
              <a:defRPr sz="2000" b="0" i="0" baseline="0"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9240A5D-4018-8546-BE0E-A8B8327E6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3542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text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155575" y="355070"/>
            <a:ext cx="11890374" cy="650292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9068341-57BF-1F4A-8EEF-332D3E85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EEE3E19B-F88C-1B43-8A8B-22D402D179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5575" y="1449389"/>
            <a:ext cx="5940425" cy="4319586"/>
          </a:xfrm>
          <a:solidFill>
            <a:schemeClr val="bg1"/>
          </a:solidFill>
        </p:spPr>
        <p:txBody>
          <a:bodyPr lIns="180000" tIns="180000" rIns="180000" bIns="180000"/>
          <a:lstStyle>
            <a:lvl1pPr marL="0" indent="0">
              <a:buFont typeface="Lucida Grande"/>
              <a:buNone/>
              <a:defRPr sz="3000" b="0" i="0">
                <a:latin typeface="Aptos" pitchFamily="2" charset="0"/>
                <a:ea typeface="Aptos" charset="0"/>
                <a:cs typeface="Aptos" charset="0"/>
              </a:defRPr>
            </a:lvl1pPr>
            <a:lvl2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>
              <a:buFont typeface="Lucida Grande"/>
              <a:buChar char="-"/>
              <a:defRPr sz="2000" b="0" i="0" baseline="0"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072648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full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201426E-30DE-9342-B87A-CEC007577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839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155575" y="1449388"/>
            <a:ext cx="11880850" cy="2521721"/>
          </a:xfrm>
          <a:solidFill>
            <a:schemeClr val="bg1"/>
          </a:solidFill>
        </p:spPr>
        <p:txBody>
          <a:bodyPr lIns="108000" tIns="54000" rIns="108000" bIns="108000"/>
          <a:lstStyle>
            <a:lvl1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1pPr>
            <a:lvl2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2pPr>
            <a:lvl3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3pPr>
            <a:lvl4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4pPr>
            <a:lvl5pPr marL="0" indent="0" algn="ctr">
              <a:buFont typeface="Lucida Grande"/>
              <a:buNone/>
              <a:defRPr sz="3000" b="0" i="0" baseline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1A2B582-51B1-0C42-BCB5-9E3965267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F07E98-D143-8978-7D7F-6B6F32D6797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5574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E7EA174F-108A-4E62-3DEF-325C3F7DEE2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422671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33C3EE2-D99E-D1BE-877E-C479AE3DBA5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24902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08A9535F-DBBF-66A5-35B9-6A5F09B1999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657805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071128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32448" y="4447309"/>
            <a:ext cx="3639898" cy="692727"/>
          </a:xfrm>
          <a:noFill/>
        </p:spPr>
        <p:txBody>
          <a:bodyPr lIns="108000" tIns="54000" rIns="108000" bIns="108000">
            <a:noAutofit/>
          </a:bodyPr>
          <a:lstStyle>
            <a:lvl1pPr marL="0" indent="0">
              <a:buFont typeface="Lucida Grande"/>
              <a:buNone/>
              <a:defRPr sz="3000" b="0" i="0" baseline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2000" b="1">
                <a:solidFill>
                  <a:schemeClr val="bg1"/>
                </a:solidFill>
                <a:latin typeface="Aptos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225520" y="5213492"/>
            <a:ext cx="3639898" cy="1311999"/>
          </a:xfrm>
          <a:noFill/>
        </p:spPr>
        <p:txBody>
          <a:bodyPr lIns="108000" tIns="54000" rIns="108000" bIns="108000">
            <a:normAutofit/>
          </a:bodyPr>
          <a:lstStyle>
            <a:lvl1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1AB595B-4205-4D47-B59F-0A55C51C9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9582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full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8839" y="367626"/>
            <a:ext cx="12173161" cy="6490373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4BA183-6E9C-1145-BB0F-A69338629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6723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164131" y="1990164"/>
            <a:ext cx="3600000" cy="4498549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7" hasCustomPrompt="1"/>
          </p:nvPr>
        </p:nvSpPr>
        <p:spPr>
          <a:xfrm>
            <a:off x="17592326" y="1326475"/>
            <a:ext cx="2974745" cy="4875725"/>
          </a:xfrm>
        </p:spPr>
        <p:txBody>
          <a:bodyPr/>
          <a:lstStyle>
            <a:lvl1pPr marL="0" indent="0">
              <a:buNone/>
              <a:defRPr b="0" i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GB"/>
              <a:t>Click to add text 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71BEF3A9-4724-3143-BA1C-415A6A7FF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7EB51D5-FD6B-5D4D-8804-6CE4CC842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4DC35BAE-6E34-FA41-B65D-E641E7EE17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6000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C6BE376-01CC-F64A-BB5F-6746BF0A363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7869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653957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3-body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00FAD1C-E66D-B546-8159-ECEBF81B635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2158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3C69358-ADD9-3D49-9507-27909C67054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49939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E8E21574-B09D-C449-93A2-75E99909EC6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7720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10038-8434-4F41-A5FF-BDC4ADE55AC9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385704" y="3036563"/>
            <a:ext cx="2624138" cy="3470563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/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  <a:p>
            <a:endParaRPr 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E40826FC-BD4E-FC41-8169-06CB3AB99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F0F74CD-AEBD-774D-89CA-6CADE955F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21605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08589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2" y="3608388"/>
            <a:ext cx="5760000" cy="1079501"/>
          </a:xfrm>
        </p:spPr>
        <p:txBody>
          <a:bodyPr/>
          <a:lstStyle>
            <a:lvl1pPr marL="0" indent="0">
              <a:buNone/>
              <a:defRPr sz="1500" b="0" i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77573" y="1449389"/>
            <a:ext cx="5760000" cy="1079500"/>
          </a:xfrm>
        </p:spPr>
        <p:txBody>
          <a:bodyPr/>
          <a:lstStyle>
            <a:lvl1pPr marL="0" indent="0">
              <a:buNone/>
              <a:defRPr sz="30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155573" y="5244353"/>
            <a:ext cx="5760000" cy="1245348"/>
          </a:xfrm>
        </p:spPr>
        <p:txBody>
          <a:bodyPr/>
          <a:lstStyle>
            <a:lvl5pPr marL="0" indent="0">
              <a:buNone/>
              <a:defRPr sz="1500"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F770BCF-3ACB-BC4D-8958-C62E9DC1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04909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text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4" y="2539088"/>
            <a:ext cx="5760000" cy="1080000"/>
          </a:xfrm>
        </p:spPr>
        <p:txBody>
          <a:bodyPr/>
          <a:lstStyle>
            <a:lvl1pPr marL="0" indent="0">
              <a:buNone/>
              <a:defRPr sz="17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55575" y="969462"/>
            <a:ext cx="5760000" cy="1080000"/>
          </a:xfrm>
        </p:spPr>
        <p:txBody>
          <a:bodyPr/>
          <a:lstStyle>
            <a:lvl1pPr marL="0" indent="0">
              <a:buNone/>
              <a:defRPr sz="3000" b="0"/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969461"/>
            <a:ext cx="2880000" cy="5537661"/>
          </a:xfrm>
        </p:spPr>
        <p:txBody>
          <a:bodyPr/>
          <a:lstStyle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67FD2FB-970F-5E40-8E3F-69388BB1064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56425" y="970322"/>
            <a:ext cx="2880000" cy="5536800"/>
          </a:xfrm>
        </p:spPr>
        <p:txBody>
          <a:bodyPr/>
          <a:lstStyle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BF180C03-5D52-2240-95AD-0550F61AE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2791A2E4-2185-7749-B604-F59CE16ED4E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215574" y="3807122"/>
            <a:ext cx="2700000" cy="2700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5401A106-1D57-114E-8E64-A23E205D198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55575" y="3807122"/>
            <a:ext cx="2700000" cy="2700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723436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bottom-2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7200000" cy="6858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8075613" y="1449388"/>
            <a:ext cx="3960811" cy="703217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3000" b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8075613" y="2528888"/>
            <a:ext cx="3960810" cy="3979817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AADD57D-5223-714D-9165-1653BA03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74537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7703662" y="1628775"/>
            <a:ext cx="4320000" cy="4861668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3A3FE22-3CC4-3F48-838D-4FA0234C5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3DCD6BE-F15C-D04D-8340-032229F174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DCC0B2E-3601-8D4C-A856-B7DA7DAFC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F8AA27BF-71B0-2443-82CB-6FB11D349AD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125999" y="1628775"/>
            <a:ext cx="4320000" cy="4861668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13247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4x3-image-top-7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01F40CE-64CE-9B4A-9AE0-3B181E314C2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121802" y="3634898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BDC23CC-6189-1E4C-9EDF-AFCE64513FA8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121802" y="4689475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 dirty="0"/>
          </a:p>
        </p:txBody>
      </p:sp>
      <p:sp>
        <p:nvSpPr>
          <p:cNvPr id="20" name="Picture Placeholder 13">
            <a:extLst>
              <a:ext uri="{FF2B5EF4-FFF2-40B4-BE49-F238E27FC236}">
                <a16:creationId xmlns:a16="http://schemas.microsoft.com/office/drawing/2014/main" id="{512D4807-295F-0E4E-980C-1CB31AC418E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126000" y="1624385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F3023EF6-DB1E-0046-AB58-0C3D1D82F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F74696E-9D5B-4748-B00E-6060671D9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32690E49-74DC-B54F-8E17-202B91FC04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3051C596-317B-3D4D-89E4-726D45AEF05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9139465" y="3639401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/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3E459248-E253-254C-BBAE-2E1DC567BA5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139465" y="4693978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/>
          </a:p>
        </p:txBody>
      </p: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3475E9BD-69E9-EB4E-9F5D-B313DF63A766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9143663" y="1628888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927C7A83-9C2E-474D-98DC-46E98DF4AA8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130634" y="3639401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/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F49FE479-E251-9546-A780-285ABBC5771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130634" y="4693978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73083E15-35B7-614F-94FF-8D9DF0CF9AFD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134832" y="1628888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417073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entered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00315AEC-606C-D74B-B0CE-82C7360AC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DEE5948-79B6-8349-9FF8-4BBD24694E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FD4A6AA-7535-2A4A-9606-F048EE997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68A57AAB-DEDF-9E47-869E-601263D9218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26000" y="1623776"/>
            <a:ext cx="8897663" cy="486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30264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3126001" y="1629480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3"/>
          <p:cNvSpPr>
            <a:spLocks noGrp="1"/>
          </p:cNvSpPr>
          <p:nvPr>
            <p:ph type="pic" sz="quarter" idx="16"/>
          </p:nvPr>
        </p:nvSpPr>
        <p:spPr>
          <a:xfrm>
            <a:off x="5400614" y="1629479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7675227" y="162947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3"/>
          <p:cNvSpPr>
            <a:spLocks noGrp="1"/>
          </p:cNvSpPr>
          <p:nvPr>
            <p:ph type="pic" sz="quarter" idx="18"/>
          </p:nvPr>
        </p:nvSpPr>
        <p:spPr>
          <a:xfrm>
            <a:off x="9949839" y="1629476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3"/>
          <p:cNvSpPr>
            <a:spLocks noGrp="1"/>
          </p:cNvSpPr>
          <p:nvPr>
            <p:ph type="pic" sz="quarter" idx="19"/>
          </p:nvPr>
        </p:nvSpPr>
        <p:spPr>
          <a:xfrm>
            <a:off x="3126001" y="3355839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Picture Placeholder 13"/>
          <p:cNvSpPr>
            <a:spLocks noGrp="1"/>
          </p:cNvSpPr>
          <p:nvPr>
            <p:ph type="pic" sz="quarter" idx="20"/>
          </p:nvPr>
        </p:nvSpPr>
        <p:spPr>
          <a:xfrm>
            <a:off x="5400613" y="3355838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13"/>
          <p:cNvSpPr>
            <a:spLocks noGrp="1"/>
          </p:cNvSpPr>
          <p:nvPr>
            <p:ph type="pic" sz="quarter" idx="21"/>
          </p:nvPr>
        </p:nvSpPr>
        <p:spPr>
          <a:xfrm>
            <a:off x="7675225" y="3355838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13"/>
          <p:cNvSpPr>
            <a:spLocks noGrp="1"/>
          </p:cNvSpPr>
          <p:nvPr>
            <p:ph type="pic" sz="quarter" idx="22"/>
          </p:nvPr>
        </p:nvSpPr>
        <p:spPr>
          <a:xfrm>
            <a:off x="9949838" y="3355837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Picture Placeholder 13"/>
          <p:cNvSpPr>
            <a:spLocks noGrp="1"/>
          </p:cNvSpPr>
          <p:nvPr>
            <p:ph type="pic" sz="quarter" idx="23"/>
          </p:nvPr>
        </p:nvSpPr>
        <p:spPr>
          <a:xfrm>
            <a:off x="3126001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13"/>
          <p:cNvSpPr>
            <a:spLocks noGrp="1"/>
          </p:cNvSpPr>
          <p:nvPr>
            <p:ph type="pic" sz="quarter" idx="24"/>
          </p:nvPr>
        </p:nvSpPr>
        <p:spPr>
          <a:xfrm>
            <a:off x="5400613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13"/>
          <p:cNvSpPr>
            <a:spLocks noGrp="1"/>
          </p:cNvSpPr>
          <p:nvPr>
            <p:ph type="pic" sz="quarter" idx="25"/>
          </p:nvPr>
        </p:nvSpPr>
        <p:spPr>
          <a:xfrm>
            <a:off x="7675225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13"/>
          <p:cNvSpPr>
            <a:spLocks noGrp="1"/>
          </p:cNvSpPr>
          <p:nvPr>
            <p:ph type="pic" sz="quarter" idx="26"/>
          </p:nvPr>
        </p:nvSpPr>
        <p:spPr>
          <a:xfrm>
            <a:off x="9949838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C7D43A27-AB6D-8A4C-80B5-5E1E95EA8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47C9E37E-E54B-8C4A-8006-7CD3AC30CF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79D1A6F7-C1AB-5749-ACF0-EF33E6890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0876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7AC0982-4C22-D04C-9DEE-E0F17CD9A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46DE050-61AD-2740-8EC5-69F28F45E7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1622265-8721-CC4C-A6A3-280BA0F51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1" name="Picture Placeholder 13">
            <a:extLst>
              <a:ext uri="{FF2B5EF4-FFF2-40B4-BE49-F238E27FC236}">
                <a16:creationId xmlns:a16="http://schemas.microsoft.com/office/drawing/2014/main" id="{9CE51D20-3BF7-314E-9420-BD3D7020B68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1628775"/>
            <a:ext cx="2790000" cy="486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1F578801-0686-9644-AA6B-CD9119C69FF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33663" y="1626053"/>
            <a:ext cx="2790000" cy="486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22340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AB51F7BE-AAD1-D440-AA76-18C33D4AA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32A9AAD-C1FB-8A47-BF12-8D1460D6906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B410E63-B74B-9642-ACFC-A1A887BA8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7C5B20DF-D543-7142-AC53-A7E5DADC262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162877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340948E-C778-3141-8FFB-842EA667ACB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42612" y="162877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C3B96FFC-23B8-8440-BB37-E3DD799F516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B7F3CE87-F04C-EC4E-A081-3BC2EA20E3C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142612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51B82BDB-D1C8-21DA-4570-EA1FD62B6F6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34949" y="162438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B9CBDE6F-6459-724D-FE92-CE1ECF46240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4949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77545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/>
          </p:nvPr>
        </p:nvSpPr>
        <p:spPr>
          <a:xfrm>
            <a:off x="155575" y="532623"/>
            <a:ext cx="11880850" cy="5074599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>
            <a:lvl1pPr>
              <a:defRPr b="0" i="0"/>
            </a:lvl1pPr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marL="239994" marR="0" lvl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/>
            </a:pPr>
            <a:r>
              <a:rPr lang="en-US"/>
              <a:t>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155575" y="5801970"/>
            <a:ext cx="11880850" cy="687730"/>
          </a:xfrm>
        </p:spPr>
        <p:txBody>
          <a:bodyPr/>
          <a:lstStyle>
            <a:lvl1pPr>
              <a:defRPr sz="3000" b="0" i="0">
                <a:latin typeface="Aptos" pitchFamily="2" charset="0"/>
              </a:defRPr>
            </a:lvl1pPr>
          </a:lstStyle>
          <a:p>
            <a:r>
              <a:rPr lang="en-US"/>
              <a:t>Click to edit text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FB6B384-1BB3-6543-9425-5BFFE0CF8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49661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strip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B89C5A3-E064-5E40-B826-E6CC14891341}"/>
              </a:ext>
            </a:extLst>
          </p:cNvPr>
          <p:cNvCxnSpPr>
            <a:cxnSpLocks/>
          </p:cNvCxnSpPr>
          <p:nvPr userDrawn="1"/>
        </p:nvCxnSpPr>
        <p:spPr>
          <a:xfrm>
            <a:off x="6091237" y="352620"/>
            <a:ext cx="0" cy="6352980"/>
          </a:xfrm>
          <a:prstGeom prst="line">
            <a:avLst/>
          </a:prstGeom>
          <a:ln w="3175">
            <a:solidFill>
              <a:schemeClr val="tx2">
                <a:lumMod val="75000"/>
                <a:alpha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E62D60D0-9787-594F-BD01-75430A184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D1874EE-1B24-E2E8-81FC-6BFF4E2372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439565" y="5451565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3AB75DF2-5829-8CDE-8167-0E8AFB5716C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1471" y="5451564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A2367790-E0FE-5980-1534-35300159473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062888" y="5451563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064A1C52-CA4F-22AA-5F20-22874F988A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898148" y="5451565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485515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4224" userDrawn="1">
          <p15:clr>
            <a:srgbClr val="FBAE40"/>
          </p15:clr>
        </p15:guide>
        <p15:guide id="2" pos="7514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5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5">
            <a:extLst>
              <a:ext uri="{FF2B5EF4-FFF2-40B4-BE49-F238E27FC236}">
                <a16:creationId xmlns:a16="http://schemas.microsoft.com/office/drawing/2014/main" id="{D8730328-2DEC-B040-BA78-EAC8B86D3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433829F2-EE45-D843-99C6-51E5D66F354B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155575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6D8C8A6B-65B2-B642-A474-0837EF0C091C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26625" y="1628775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B112EE96-3F03-1049-AC80-AC0617F07DC3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2573337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764155D4-F972-A342-BE3B-E5173E997957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4991099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E6F09F01-9070-3A41-9F62-426440A1F135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408862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E2E3AE-9B37-C243-BF2D-C5339DEA0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75456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5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5C649BD8-3A0D-8A4E-9759-EECEDB23E7DC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55575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D769F801-7803-534D-93B9-2E57AD7E633C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2578320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40BB44E0-98DF-2143-B79B-EE60BD826838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5001065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69499105-A391-D24A-B6E1-1160C393E7DF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423810" y="1632223"/>
            <a:ext cx="2205888" cy="5047301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8CCD7415-7606-7547-82F8-F71B78CC61BC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9844443" y="1630949"/>
            <a:ext cx="2201506" cy="5047301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DBAA2F6-154B-D44E-8D46-4EC7803D3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9406BBB-AF7B-6345-9F01-3C68AC536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3903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5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5C649BD8-3A0D-8A4E-9759-EECEDB23E7D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5575" y="4356107"/>
            <a:ext cx="2203694" cy="2322143"/>
          </a:xfrm>
        </p:spPr>
        <p:txBody>
          <a:bodyPr vert="horz" lIns="0" tIns="115200" rIns="0" bIns="0" rtlCol="0">
            <a:noAutofit/>
          </a:bodyPr>
          <a:lstStyle>
            <a:lvl1pPr>
              <a:defRPr lang="en-US" sz="1500" noProof="0" dirty="0" smtClean="0"/>
            </a:lvl1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kumimoji="0" lang="en-US" sz="1500" u="none" strike="noStrike" cap="none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3pPr>
            <a:lvl4pPr marL="233363" indent="-233363">
              <a:tabLst/>
              <a:defRPr sz="1500"/>
            </a:lvl4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D769F801-7803-534D-93B9-2E57AD7E633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6034" y="4356107"/>
            <a:ext cx="2203694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40BB44E0-98DF-2143-B79B-EE60BD82683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996494" y="4356107"/>
            <a:ext cx="2201507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69499105-A391-D24A-B6E1-1160C393E7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414767" y="4357381"/>
            <a:ext cx="2196889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8CCD7415-7606-7547-82F8-F71B78CC61B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828421" y="4357598"/>
            <a:ext cx="2201506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CEA2C58-89DE-AE4C-A592-22759A1D5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6" name="Picture Placeholder 2">
            <a:extLst>
              <a:ext uri="{FF2B5EF4-FFF2-40B4-BE49-F238E27FC236}">
                <a16:creationId xmlns:a16="http://schemas.microsoft.com/office/drawing/2014/main" id="{449D51CE-1784-7A4B-AAAC-303F45795860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153460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519B505F-3B4D-F84B-941A-DBA1F67181B1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>
          <a:xfrm>
            <a:off x="2571184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49" name="Picture Placeholder 2">
            <a:extLst>
              <a:ext uri="{FF2B5EF4-FFF2-40B4-BE49-F238E27FC236}">
                <a16:creationId xmlns:a16="http://schemas.microsoft.com/office/drawing/2014/main" id="{6B162666-3667-0840-A9FC-5F37D5CD42A3}"/>
              </a:ext>
            </a:extLst>
          </p:cNvPr>
          <p:cNvSpPr>
            <a:spLocks noGrp="1"/>
          </p:cNvSpPr>
          <p:nvPr>
            <p:ph type="pic" sz="quarter" idx="63"/>
          </p:nvPr>
        </p:nvSpPr>
        <p:spPr>
          <a:xfrm>
            <a:off x="4988908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E51865DD-5430-494D-90CF-73DC66E3ABD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7406632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71" name="Picture Placeholder 2">
            <a:extLst>
              <a:ext uri="{FF2B5EF4-FFF2-40B4-BE49-F238E27FC236}">
                <a16:creationId xmlns:a16="http://schemas.microsoft.com/office/drawing/2014/main" id="{19B1859B-DEC6-2B4A-AF37-43AB6147BF2E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9824355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FB47654-228A-5740-A719-5F1A72FE1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305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5x2-image-top-10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A9615844-D433-B847-BBFA-B67B73154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CF1FA14F-7D8C-C542-9A42-BABF0533C7E7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155575" y="1631950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2CAAA10D-39AE-B841-9D02-2A07B4D02FD3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24510" y="1631949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F7487BB8-F4AB-DD4B-B1D9-76CDB7A31F26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2572809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C3E25FB1-E54C-BB44-9C33-6E47043DF1DF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4990043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52E76E0C-D1B3-F247-8932-3AA799E313C5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407277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973F89E9-FD06-724A-B8C8-4B74F2D0E49E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575" y="3478183"/>
            <a:ext cx="2209801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01FAD4D6-0CC3-E54F-A323-7BBF6D645F88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2573109" y="3478183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5" name="Text Placeholder 11">
            <a:extLst>
              <a:ext uri="{FF2B5EF4-FFF2-40B4-BE49-F238E27FC236}">
                <a16:creationId xmlns:a16="http://schemas.microsoft.com/office/drawing/2014/main" id="{3B748AA3-CB6D-FF4C-ADAF-966A86D4A3C7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>
          <a:xfrm>
            <a:off x="4988230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E88355D4-814A-CA4C-9A28-6AAE1F9C3300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7403351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7" name="Text Placeholder 11">
            <a:extLst>
              <a:ext uri="{FF2B5EF4-FFF2-40B4-BE49-F238E27FC236}">
                <a16:creationId xmlns:a16="http://schemas.microsoft.com/office/drawing/2014/main" id="{9F1FD809-3EAA-FD4F-BC16-53CF5577A20D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9818473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8" name="Text Placeholder 11">
            <a:extLst>
              <a:ext uri="{FF2B5EF4-FFF2-40B4-BE49-F238E27FC236}">
                <a16:creationId xmlns:a16="http://schemas.microsoft.com/office/drawing/2014/main" id="{A2A25609-872B-D246-9C2E-2642E89B4DC8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2575567" y="4356107"/>
            <a:ext cx="2203694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49" name="Text Placeholder 11">
            <a:extLst>
              <a:ext uri="{FF2B5EF4-FFF2-40B4-BE49-F238E27FC236}">
                <a16:creationId xmlns:a16="http://schemas.microsoft.com/office/drawing/2014/main" id="{5C0AD65B-2E99-E345-83FD-C7001B9F0494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4993444" y="4356107"/>
            <a:ext cx="2201507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50" name="Text Placeholder 11">
            <a:extLst>
              <a:ext uri="{FF2B5EF4-FFF2-40B4-BE49-F238E27FC236}">
                <a16:creationId xmlns:a16="http://schemas.microsoft.com/office/drawing/2014/main" id="{13BCA34A-9D77-F148-ABED-6F26D418587E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7409134" y="4357381"/>
            <a:ext cx="2196889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1" name="Text Placeholder 11">
            <a:extLst>
              <a:ext uri="{FF2B5EF4-FFF2-40B4-BE49-F238E27FC236}">
                <a16:creationId xmlns:a16="http://schemas.microsoft.com/office/drawing/2014/main" id="{CA1969EA-6CF3-5A4D-92E0-D5EECD0C0023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9820207" y="4356107"/>
            <a:ext cx="2201506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2" name="Text Placeholder 11">
            <a:extLst>
              <a:ext uri="{FF2B5EF4-FFF2-40B4-BE49-F238E27FC236}">
                <a16:creationId xmlns:a16="http://schemas.microsoft.com/office/drawing/2014/main" id="{3B7ED172-A108-3649-947D-70A9AE5A062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7690" y="4356107"/>
            <a:ext cx="2203694" cy="2322143"/>
          </a:xfrm>
        </p:spPr>
        <p:txBody>
          <a:bodyPr vert="horz" lIns="0" tIns="115200" rIns="0" bIns="0" rtlCol="0">
            <a:noAutofit/>
          </a:bodyPr>
          <a:lstStyle>
            <a:lvl1pPr>
              <a:defRPr lang="en-US" sz="1500" noProof="0" dirty="0" smtClean="0"/>
            </a:lvl1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kumimoji="0" lang="en-US" sz="1500" u="none" strike="noStrike" cap="none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3pPr>
            <a:lvl4pPr marL="233363" indent="-233363">
              <a:tabLst/>
              <a:defRPr sz="1500"/>
            </a:lvl4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1AE8AEE7-A2B5-C64F-85D6-025930716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461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27" userDrawn="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EC43161-501F-D546-B0D5-D89B73DF4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C6689F29-B923-1F4A-AC42-67E6A479123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85098" y="1631579"/>
            <a:ext cx="2791883" cy="50651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D60043D2-53C6-7941-A3D5-C929281D478E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203324" y="1631580"/>
            <a:ext cx="2791882" cy="50651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58031D29-4E11-F14C-804D-41652CAAF08C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1549" y="1631580"/>
            <a:ext cx="2791881" cy="50651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4F9B74DE-B705-D641-8F3E-5B69743CC83C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9774" y="1631581"/>
            <a:ext cx="2806175" cy="50651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5473A06-123A-EF47-96E4-5B79D9784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55846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4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18840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22123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5406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61B935B-0072-0345-9074-C64F72CCD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3AA2EEA-EECD-774E-8190-63A4A4A76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7783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56074"/>
            <a:ext cx="2790000" cy="2340000"/>
          </a:xfrm>
        </p:spPr>
        <p:txBody>
          <a:bodyPr tIns="172800"/>
          <a:lstStyle>
            <a:lvl1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lang="en-US" sz="1500" b="0" i="0" kern="1200" spc="0" baseline="0" dirty="0" smtClean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189195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222815" y="4374074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56436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E798DFE-378A-544A-82CF-D722653B9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FD3847D4-9C7A-E14C-8643-DF71D75E6563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5D307999-30E5-344A-873B-82842CA77684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18919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D7E7DFAA-DA96-BE44-9089-73A92A9E724B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281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8C7D8C16-9A30-9149-95A8-6001C824A7B4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6436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57FFCF4-D153-1348-A0FE-55C058C01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1794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4x3-image-top-8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B5746C1E-AD83-7940-A6EC-62DEF80CE03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806" y="3480495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5A22BEA-018F-C245-B7F1-8A4E7BEDE18D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189225" y="3472600"/>
            <a:ext cx="2789769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3ED06626-3F9B-6945-AC97-9DFC51B86630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6222644" y="3471366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C455EF8-D72B-704C-96E5-E43A5B3DCE62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9256064" y="3471366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91E84F47-4B8E-8A47-9277-6D4E221D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C3D05617-0B7C-C344-AF55-860A35124C30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79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3" name="Picture Placeholder 2">
            <a:extLst>
              <a:ext uri="{FF2B5EF4-FFF2-40B4-BE49-F238E27FC236}">
                <a16:creationId xmlns:a16="http://schemas.microsoft.com/office/drawing/2014/main" id="{8BB04B27-A15D-7342-8454-B297838DE567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189033" y="1631579"/>
            <a:ext cx="2790000" cy="1800000"/>
          </a:xfrm>
        </p:spPr>
        <p:txBody>
          <a:bodyPr vert="horz" lIns="0" tIns="5400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4" name="Picture Placeholder 2">
            <a:extLst>
              <a:ext uri="{FF2B5EF4-FFF2-40B4-BE49-F238E27FC236}">
                <a16:creationId xmlns:a16="http://schemas.microsoft.com/office/drawing/2014/main" id="{25E00FA1-07FE-9E42-A02C-2F5EACC24382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2491" y="1631579"/>
            <a:ext cx="2790000" cy="1800000"/>
          </a:xfrm>
        </p:spPr>
        <p:txBody>
          <a:bodyPr vert="horz" lIns="0" tIns="5400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5D164574-81E9-D04D-AAFC-D5B33ECEF13C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5949" y="1631579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917919BE-A04A-FE41-B482-63A7B7A909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56742"/>
            <a:ext cx="2790000" cy="2340000"/>
          </a:xfrm>
        </p:spPr>
        <p:txBody>
          <a:bodyPr tIns="172800"/>
          <a:lstStyle>
            <a:lvl1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lang="en-US" sz="1500" b="0" i="0" kern="1200" spc="0" baseline="0" dirty="0" smtClean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548E8825-F2F0-DD40-9F2E-8E42EBD3FFC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189033" y="433941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5F4310F0-A917-9945-8251-20855DE1733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22491" y="4356107"/>
            <a:ext cx="2790000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CDDC61EB-3D9B-7843-94C7-FA59AEDFB84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949" y="433941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2C6713E-D540-4E47-8C1D-A50C756FB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0108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3-column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CBE75F1-1785-D841-84FB-9DAAB8867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F9520093-ECB9-9D46-A396-ED8A8E57074B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0"/>
            <a:ext cx="2791883" cy="5065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4226368F-DC29-8B46-9117-9D591E2E44D7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2913" y="1638507"/>
            <a:ext cx="2791882" cy="505822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61C4054A-A7A3-6F4C-A8EB-32D3AA7ED17F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0250" y="1638507"/>
            <a:ext cx="2806175" cy="50651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BE30899-EDCB-5C45-AD84-F1C189DB4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2333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4698998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44541" y="1632222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D638F31-524A-E24B-8E5D-3D5CDAC72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D7B5C76-01C3-4549-8746-83FC0A67076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55575" y="1632222"/>
            <a:ext cx="2789765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2D8320C-D8C2-9444-A871-2CFDCBE23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1628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3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39411"/>
            <a:ext cx="2789765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4695263" y="4356107"/>
            <a:ext cx="2791884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37071" y="4356107"/>
            <a:ext cx="279188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519F57-10A9-8347-9BFB-5A14D25BE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BA89591-8AC1-2C4F-BFF5-5513D38E088B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899" y="1631581"/>
            <a:ext cx="2791883" cy="27048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3225A768-EC5B-0F4C-8994-F5F84CCA3543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2913" y="1638507"/>
            <a:ext cx="2791882" cy="27011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36000D9C-6175-E942-B8CE-3401B8A234E1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29926" y="1631581"/>
            <a:ext cx="2806175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840B523-1D23-234E-8173-11F08589C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0073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6-body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11DB0A94-CD0C-4A43-B61D-A105C7FC4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6" name="Picture Placeholder 2">
            <a:extLst>
              <a:ext uri="{FF2B5EF4-FFF2-40B4-BE49-F238E27FC236}">
                <a16:creationId xmlns:a16="http://schemas.microsoft.com/office/drawing/2014/main" id="{432CE023-FD38-AD4C-8D06-83F5DDE11BF7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899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8D7B4F55-A584-7E43-A148-15B61D283CE8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7836" y="1638506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D5CA33EC-0FEA-7D41-8F69-152C5B4D0682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9774" y="1631582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C77739F6-BF63-B342-B66B-86B5EC8AA0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67283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3BA243B4-4DCB-CC42-9431-35C549EB2B3F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9256588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7345EA32-3876-F946-96F6-F1ABEE39981E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4711935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0419AA9F-2E0F-BE46-8297-F4D2B3F7D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7283" y="4356107"/>
            <a:ext cx="2789765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E674D671-0F7F-414C-B1C4-8A6636F585A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711289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2E4686CA-3A8D-614D-B4C2-818A2D4E157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530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FF62C15-9C23-D449-8049-662F09BE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2991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3-column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DFD9A66A-1E8B-9241-AEC0-BD26ABD48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8646DDBF-F5B5-7340-9433-052C7389FF52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759495" y="1631581"/>
            <a:ext cx="2791883" cy="5065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3E20895B-1B95-8948-858C-5E463D68D972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710349" y="1638507"/>
            <a:ext cx="2791882" cy="50582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B42464EE-75B6-AD42-9314-C6FE2DF8A1F1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7657004" y="1631581"/>
            <a:ext cx="2806175" cy="50651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4B30331-D06E-D141-8DBD-8E7E7D776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5408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6607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11819DC-84D8-244D-9A74-416723105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1EAB9122-2793-E646-B63A-8AC3A875E34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710347" y="1626407"/>
            <a:ext cx="2791884" cy="5073382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57A0074D-971D-744D-82F2-D3987104ECF9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54149" y="1631581"/>
            <a:ext cx="2791884" cy="5068209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 dirty="0"/>
              <a:t>Second level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170C7A04-4881-5D47-B884-C4EDD8C8903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651777" y="1631581"/>
            <a:ext cx="2811402" cy="506579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E953A0E-9114-C84B-9322-3662CE474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652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6607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6-body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C073C151-DA6F-5449-BD29-9BC5BF63B1F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710347" y="433700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B1B7E5D1-804D-2642-A5BA-478221167EDB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4712462" y="347818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19385810-928D-784F-88C0-3F5A9A81B39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757521" y="347818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0E8D519B-305F-904E-89FF-0E4CA5F2CA8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54149" y="4339412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345C1924-BB6A-2B43-8A73-AFF95FBA25CF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653893" y="3478183"/>
            <a:ext cx="280405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5FA13C1-8C7E-9443-A348-D5866B88C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84B3CAA7-3702-B042-8249-361377F1F9C3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759495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95D0672D-38D7-9445-A5AF-26A81FCFE915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710349" y="1638508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42A36F46-26DF-3F48-B1B8-E65FD67EAF4B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7657004" y="1631582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7A9823E3-63C7-FD43-8783-5AD158F49FA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651777" y="4341512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964B212-DC33-FB43-8A4A-2782A4DD6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529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DF2014B-C9F5-E548-8737-4CF425177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F53C115A-7DAE-9045-9A67-0AF91538A2CC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837507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64AD4382-041B-6D4A-A94C-8E0C70D8FD58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198919" y="1631581"/>
            <a:ext cx="5839625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AFF0C70-03FB-B24B-981A-11C4BE970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1B5DAF23-2163-EC87-E4B0-60CEFCEA0621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155575" y="4225873"/>
            <a:ext cx="5837507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4B14E6-DF37-2423-7CB6-F6CD6E6E761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6196800" y="4219937"/>
            <a:ext cx="5839625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8190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2-body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48168" y="4357838"/>
            <a:ext cx="532612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6717709" y="4339411"/>
            <a:ext cx="5328240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36D4FDB-F2C0-A14F-B672-A39ECF4F4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2305A346-92F7-794B-BEAC-7C0DF20ADA4A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326123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2A946BF5-6ABE-4040-9B1A-AB38D4B59263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710304" y="1631581"/>
            <a:ext cx="5328240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EC6BB4C-35A7-214A-BDCB-1CF92E175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62789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6BDA99B-DEEF-EC46-A5A7-2EAC19F97A2D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575" y="349345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6660B9E-7378-B14B-BC75-E0CA8AAAA81A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9255949" y="3479027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7166051-4F32-6A42-BB0B-1EAEBE310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1CA79D0B-B16F-CA4A-9CCA-69A428984259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8788FCCC-9839-0B4E-A52D-0F570FDCD2F9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5949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A9076C1B-234E-6F47-9BF7-8D299FD4FE9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43199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39E9897D-0413-6A43-B506-C332AF370D6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949" y="4343200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9890411-D80C-9849-9B82-33714C6F6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6706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2-body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230034" y="4339411"/>
            <a:ext cx="279188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172201" y="4356107"/>
            <a:ext cx="2791884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2C42A21-2C44-E44D-9282-765586599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DB9A9875-667B-4841-8698-DC5411A53382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3230034" y="1629919"/>
            <a:ext cx="2791883" cy="270488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0A177D81-EFCD-9B44-BF7C-A006FD471C47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170084" y="1632454"/>
            <a:ext cx="2806175" cy="270488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E9F209D-EEEF-2849-B2C3-15E28322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5470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287865" y="1618745"/>
            <a:ext cx="11616000" cy="0"/>
          </a:xfrm>
          <a:prstGeom prst="line">
            <a:avLst/>
          </a:prstGeom>
          <a:ln w="6350" cap="sq" cmpd="sng">
            <a:solidFill>
              <a:schemeClr val="tx1"/>
            </a:solidFill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287865" y="1618746"/>
            <a:ext cx="11616000" cy="3624239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30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2pPr>
            <a:lvl3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3pPr>
            <a:lvl4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4pPr>
            <a:lvl5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 baseline="0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5pPr>
            <a:lvl6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6pPr>
            <a:lvl7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7pPr>
            <a:lvl8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 baseline="0">
                <a:solidFill>
                  <a:schemeClr val="tx1"/>
                </a:solidFill>
                <a:latin typeface="+mn-lt"/>
              </a:defRPr>
            </a:lvl8pPr>
            <a:lvl9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EDDDBB-60B4-4A48-B498-8A04C232C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7D038A1-5161-0F4E-9DFE-C23FFFE7E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287562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4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FDAE393E-333B-204F-B398-EBEAEC82112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8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3691790" y="209171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7" hasCustomPrompt="1"/>
          </p:nvPr>
        </p:nvSpPr>
        <p:spPr>
          <a:xfrm>
            <a:off x="3691790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0B13A637-EB0D-AA43-8A32-CFD5450CC6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18F41D-25DA-F847-84DC-7A247C8CE9E0}"/>
              </a:ext>
            </a:extLst>
          </p:cNvPr>
          <p:cNvCxnSpPr>
            <a:cxnSpLocks/>
          </p:cNvCxnSpPr>
          <p:nvPr userDrawn="1"/>
        </p:nvCxnSpPr>
        <p:spPr>
          <a:xfrm>
            <a:off x="3661511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D4CC67-55E4-5C4E-8EBA-5C46E8AFA158}"/>
              </a:ext>
            </a:extLst>
          </p:cNvPr>
          <p:cNvCxnSpPr>
            <a:cxnSpLocks/>
          </p:cNvCxnSpPr>
          <p:nvPr userDrawn="1"/>
        </p:nvCxnSpPr>
        <p:spPr>
          <a:xfrm>
            <a:off x="8233021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1FD85D3-58E9-EE46-B5A8-D78E130C968A}"/>
              </a:ext>
            </a:extLst>
          </p:cNvPr>
          <p:cNvCxnSpPr>
            <a:cxnSpLocks/>
          </p:cNvCxnSpPr>
          <p:nvPr userDrawn="1"/>
        </p:nvCxnSpPr>
        <p:spPr>
          <a:xfrm>
            <a:off x="10518777" y="1913061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9EC06AE-FCAF-3847-80C8-D7CE6A001A1E}"/>
              </a:ext>
            </a:extLst>
          </p:cNvPr>
          <p:cNvCxnSpPr>
            <a:cxnSpLocks/>
          </p:cNvCxnSpPr>
          <p:nvPr userDrawn="1"/>
        </p:nvCxnSpPr>
        <p:spPr>
          <a:xfrm>
            <a:off x="3661511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8EBDCC3-4D0F-6A48-849B-0AC1455EAF04}"/>
              </a:ext>
            </a:extLst>
          </p:cNvPr>
          <p:cNvCxnSpPr>
            <a:cxnSpLocks/>
          </p:cNvCxnSpPr>
          <p:nvPr userDrawn="1"/>
        </p:nvCxnSpPr>
        <p:spPr>
          <a:xfrm>
            <a:off x="5944652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E0EFC9-F968-6541-B274-51A3408E033C}"/>
              </a:ext>
            </a:extLst>
          </p:cNvPr>
          <p:cNvCxnSpPr>
            <a:cxnSpLocks/>
          </p:cNvCxnSpPr>
          <p:nvPr userDrawn="1"/>
        </p:nvCxnSpPr>
        <p:spPr>
          <a:xfrm>
            <a:off x="8227793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1C3DDA3-EE08-5646-9A0D-E06CC46C7D45}"/>
              </a:ext>
            </a:extLst>
          </p:cNvPr>
          <p:cNvCxnSpPr>
            <a:cxnSpLocks/>
          </p:cNvCxnSpPr>
          <p:nvPr userDrawn="1"/>
        </p:nvCxnSpPr>
        <p:spPr>
          <a:xfrm>
            <a:off x="10510933" y="2784537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A60169F-80B8-9246-A7FB-C5731AB40B85}"/>
              </a:ext>
            </a:extLst>
          </p:cNvPr>
          <p:cNvCxnSpPr>
            <a:cxnSpLocks/>
          </p:cNvCxnSpPr>
          <p:nvPr userDrawn="1"/>
        </p:nvCxnSpPr>
        <p:spPr>
          <a:xfrm>
            <a:off x="5947266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710178C2-C2B9-8F4E-8D05-2724E8033E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68588" y="209049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FD90B260-BE6E-704F-B95D-16A6205CEE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45386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EDAC7D7D-CF65-4A4A-A552-822FE7AB07F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22184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293BBF29-BC6C-0F47-8FCD-AA0F5C7E720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68588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E60EA197-5F62-1B41-AD09-AB3BBAAFB32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45386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56637D7D-9D2A-E544-9B47-8A461B24F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945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6516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3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0B989DD-7F4C-364A-AE06-5A0903B3B57A}"/>
              </a:ext>
            </a:extLst>
          </p:cNvPr>
          <p:cNvCxnSpPr>
            <a:cxnSpLocks/>
          </p:cNvCxnSpPr>
          <p:nvPr userDrawn="1"/>
        </p:nvCxnSpPr>
        <p:spPr>
          <a:xfrm>
            <a:off x="8199439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1C02B7D-1602-7044-8580-7ABB0BC2392F}"/>
              </a:ext>
            </a:extLst>
          </p:cNvPr>
          <p:cNvCxnSpPr>
            <a:cxnSpLocks/>
          </p:cNvCxnSpPr>
          <p:nvPr userDrawn="1"/>
        </p:nvCxnSpPr>
        <p:spPr>
          <a:xfrm>
            <a:off x="5886443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D4F3B4C-E207-3645-BC41-7283940EB8A5}"/>
              </a:ext>
            </a:extLst>
          </p:cNvPr>
          <p:cNvCxnSpPr>
            <a:cxnSpLocks/>
          </p:cNvCxnSpPr>
          <p:nvPr userDrawn="1"/>
        </p:nvCxnSpPr>
        <p:spPr>
          <a:xfrm>
            <a:off x="8198688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D28AEA9-9FC9-0540-82E3-43A6374D7A49}"/>
              </a:ext>
            </a:extLst>
          </p:cNvPr>
          <p:cNvCxnSpPr>
            <a:cxnSpLocks/>
          </p:cNvCxnSpPr>
          <p:nvPr userDrawn="1"/>
        </p:nvCxnSpPr>
        <p:spPr>
          <a:xfrm>
            <a:off x="5880100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F4A771F-F282-A442-BFA9-A93064C681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10379" y="209049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791CA1F-0998-3347-B3A3-ACD1CD08E8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16282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0759226B-79CF-234A-A020-96E89611E99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80100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D01546E4-16AA-3143-854C-FF6E933B650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01142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4F10C32B-2020-474A-A0A5-E5359CB3F26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8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A69936D-566E-CA45-80BA-56A4D884EA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02CCD17-F76E-9B42-8806-3438DBD2638D}"/>
              </a:ext>
            </a:extLst>
          </p:cNvPr>
          <p:cNvCxnSpPr>
            <a:cxnSpLocks/>
          </p:cNvCxnSpPr>
          <p:nvPr userDrawn="1"/>
        </p:nvCxnSpPr>
        <p:spPr>
          <a:xfrm>
            <a:off x="10518777" y="1913061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676100D-B3DF-5F48-86F5-D20771D7C68C}"/>
              </a:ext>
            </a:extLst>
          </p:cNvPr>
          <p:cNvCxnSpPr>
            <a:cxnSpLocks/>
          </p:cNvCxnSpPr>
          <p:nvPr userDrawn="1"/>
        </p:nvCxnSpPr>
        <p:spPr>
          <a:xfrm>
            <a:off x="10510933" y="2784537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EC46278F-2CD5-2C45-95AD-1B9F5AB0304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22184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EC77964C-2648-9645-9408-A797CC85A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427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4679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2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9E59B267-53D2-0B40-824D-590B6092012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BEEFD392-50A3-D34D-95D6-D88EC904833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6002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B6B254B6-005F-9143-8B1F-50F4587559A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54727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7D29B5CA-8C73-A14B-B45C-E93207BB0C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66417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EF608956-D1A6-AE44-A1B0-7147485A57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03596" y="2090498"/>
            <a:ext cx="3742354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A35FE4D-7854-AA44-9BAE-A4E365191222}"/>
              </a:ext>
            </a:extLst>
          </p:cNvPr>
          <p:cNvCxnSpPr>
            <a:cxnSpLocks/>
          </p:cNvCxnSpPr>
          <p:nvPr userDrawn="1"/>
        </p:nvCxnSpPr>
        <p:spPr>
          <a:xfrm>
            <a:off x="3866417" y="2784536"/>
            <a:ext cx="377263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53A70A95-B33A-E740-9FC2-5B843D4F269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66418" y="2090499"/>
            <a:ext cx="3742354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A9900FC-9D59-EB49-95FF-89421BB734B3}"/>
              </a:ext>
            </a:extLst>
          </p:cNvPr>
          <p:cNvCxnSpPr>
            <a:cxnSpLocks/>
          </p:cNvCxnSpPr>
          <p:nvPr userDrawn="1"/>
        </p:nvCxnSpPr>
        <p:spPr>
          <a:xfrm>
            <a:off x="3866417" y="1912388"/>
            <a:ext cx="377263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942B8A3-158C-184D-91C0-CB4CCB10FC14}"/>
              </a:ext>
            </a:extLst>
          </p:cNvPr>
          <p:cNvCxnSpPr>
            <a:cxnSpLocks/>
          </p:cNvCxnSpPr>
          <p:nvPr userDrawn="1"/>
        </p:nvCxnSpPr>
        <p:spPr>
          <a:xfrm>
            <a:off x="8286002" y="2784536"/>
            <a:ext cx="3803534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3D5E8CA-DB5C-A248-A6D4-08E04D922889}"/>
              </a:ext>
            </a:extLst>
          </p:cNvPr>
          <p:cNvCxnSpPr>
            <a:cxnSpLocks/>
          </p:cNvCxnSpPr>
          <p:nvPr userDrawn="1"/>
        </p:nvCxnSpPr>
        <p:spPr>
          <a:xfrm>
            <a:off x="8286002" y="1914696"/>
            <a:ext cx="3817100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4354B13-1DF5-EE47-A504-7D12E08321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2B32593-D3DC-0943-8FA0-B82E03080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6675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4679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1-per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814BC974-A85F-F145-9E49-E437EAD7CE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85006" y="2090499"/>
            <a:ext cx="5960943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467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67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C61BA336-B1F0-E74E-81AA-74F920393C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54726" y="2944207"/>
            <a:ext cx="6004529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467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98370B2-27D0-B24A-93DF-E6A749EA4DDB}"/>
              </a:ext>
            </a:extLst>
          </p:cNvPr>
          <p:cNvCxnSpPr>
            <a:cxnSpLocks/>
          </p:cNvCxnSpPr>
          <p:nvPr userDrawn="1"/>
        </p:nvCxnSpPr>
        <p:spPr>
          <a:xfrm>
            <a:off x="6085006" y="2784536"/>
            <a:ext cx="6004530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99C3F4B-5AA5-2A4E-AA56-B85F435D97C2}"/>
              </a:ext>
            </a:extLst>
          </p:cNvPr>
          <p:cNvCxnSpPr>
            <a:cxnSpLocks/>
          </p:cNvCxnSpPr>
          <p:nvPr userDrawn="1"/>
        </p:nvCxnSpPr>
        <p:spPr>
          <a:xfrm>
            <a:off x="6085006" y="1914696"/>
            <a:ext cx="6018096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9E4B27-56FB-6A40-AAD7-90E59E7975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8225887-07AC-F44C-8253-15699F1E8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0615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3727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-ter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A6A2C3C-4634-F446-A6F6-B198709675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16387" y="1449387"/>
            <a:ext cx="7920037" cy="4737629"/>
          </a:xfrm>
        </p:spPr>
        <p:txBody>
          <a:bodyPr tIns="0" numCol="2" spcCol="108000"/>
          <a:lstStyle>
            <a:lvl1pPr marL="0" indent="0">
              <a:lnSpc>
                <a:spcPct val="109000"/>
              </a:lnSpc>
              <a:buFont typeface="Franklin Gothic Book" panose="020B0503020102020204" pitchFamily="34" charset="0"/>
              <a:buNone/>
              <a:tabLst>
                <a:tab pos="298443" algn="l"/>
              </a:tabLst>
              <a:defRPr sz="1067" b="0" i="0">
                <a:latin typeface="Aptos" pitchFamily="2" charset="0"/>
                <a:ea typeface="Aptos" charset="0"/>
                <a:cs typeface="Aptos" charset="0"/>
              </a:defRPr>
            </a:lvl1pPr>
            <a:lvl2pPr marL="623984" indent="-239994">
              <a:lnSpc>
                <a:spcPct val="109000"/>
              </a:lnSpc>
              <a:buFont typeface="Franklin Gothic Book" panose="020B0503020102020204" pitchFamily="34" charset="0"/>
              <a:buChar char="-"/>
              <a:tabLst/>
              <a:defRPr sz="1067" b="0" i="0">
                <a:latin typeface="Aptos" pitchFamily="2" charset="0"/>
                <a:ea typeface="Aptos" charset="0"/>
                <a:cs typeface="Aptos" charset="0"/>
              </a:defRPr>
            </a:lvl2pPr>
            <a:lvl3pPr marL="1007975" indent="-239994">
              <a:lnSpc>
                <a:spcPct val="109000"/>
              </a:lnSpc>
              <a:buFont typeface="Franklin Gothic Book" panose="020B0503020102020204" pitchFamily="34" charset="0"/>
              <a:buChar char="-"/>
              <a:tabLst/>
              <a:defRPr sz="1067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1067" b="0" i="0" baseline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5pPr>
            <a:lvl6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6pPr>
            <a:lvl7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7pPr>
            <a:lvl8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8pPr>
            <a:lvl9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F081D-C526-8B4E-8618-5FC6A9BAB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128AA3-5B4E-7344-B82F-CC42980AE11B}"/>
              </a:ext>
            </a:extLst>
          </p:cNvPr>
          <p:cNvSpPr txBox="1"/>
          <p:nvPr userDrawn="1"/>
        </p:nvSpPr>
        <p:spPr>
          <a:xfrm>
            <a:off x="155575" y="1449388"/>
            <a:ext cx="1600570" cy="71999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/>
            <a:r>
              <a:rPr lang="en-US" sz="1733" b="0" i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rPr>
              <a:t>TERMS &amp; CONDITIONS</a:t>
            </a:r>
          </a:p>
        </p:txBody>
      </p:sp>
    </p:spTree>
    <p:extLst>
      <p:ext uri="{BB962C8B-B14F-4D97-AF65-F5344CB8AC3E}">
        <p14:creationId xmlns:p14="http://schemas.microsoft.com/office/powerpoint/2010/main" val="113444717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608F399-6E86-074E-8B79-DAF4FD1CD0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575" y="1842992"/>
            <a:ext cx="3960813" cy="3925984"/>
          </a:xfrm>
        </p:spPr>
        <p:txBody>
          <a:bodyPr lIns="0"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sz="1400" b="0" i="0" baseline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00" b="0" i="0" baseline="0">
                <a:solidFill>
                  <a:schemeClr val="tx1"/>
                </a:solidFill>
                <a:latin typeface="GT America Regular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00"/>
            </a:lvl3pPr>
            <a:lvl4pPr marL="0" indent="0">
              <a:buFont typeface="Lucida Grande"/>
              <a:buNone/>
              <a:defRPr sz="1400"/>
            </a:lvl4pPr>
            <a:lvl5pPr marL="0" indent="0">
              <a:buFont typeface="Lucida Grande"/>
              <a:buNone/>
              <a:defRPr sz="1400" baseline="0"/>
            </a:lvl5pPr>
            <a:lvl6pPr marL="0" indent="0">
              <a:buFont typeface="Lucida Grande"/>
              <a:buNone/>
              <a:defRPr sz="1400"/>
            </a:lvl6pPr>
            <a:lvl7pPr marL="0" indent="0">
              <a:buFont typeface="Lucida Grande"/>
              <a:buNone/>
              <a:defRPr sz="1400"/>
            </a:lvl7pPr>
            <a:lvl8pPr marL="0" indent="0">
              <a:buFont typeface="Lucida Grande"/>
              <a:buNone/>
              <a:defRPr sz="1400"/>
            </a:lvl8pPr>
            <a:lvl9pPr marL="0" indent="0">
              <a:buFont typeface="Lucida Grande"/>
              <a:buNone/>
              <a:defRPr sz="1400">
                <a:latin typeface="+mn-lt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pPr>
            <a:r>
              <a:rPr lang="en-GB"/>
              <a:t>Click to edit Master text styles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6F4B37A-260B-BF4B-9C53-07199AFB5A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575" y="368300"/>
            <a:ext cx="11880850" cy="695846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r>
              <a:rPr lang="en-GB"/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48843328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-black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A2BEA07-15C2-B641-AC43-8A9E1F2692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575" y="368300"/>
            <a:ext cx="11880850" cy="695846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r>
              <a:rPr lang="en-GB"/>
              <a:t>CONTACT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E2878715-DF52-EF41-A69F-A062F370E1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575" y="1842992"/>
            <a:ext cx="3960813" cy="3925984"/>
          </a:xfrm>
        </p:spPr>
        <p:txBody>
          <a:bodyPr lIns="0"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sz="1400" b="0" i="0" baseline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00" b="0" i="0" baseline="0">
                <a:solidFill>
                  <a:schemeClr val="tx1"/>
                </a:solidFill>
                <a:latin typeface="GT America Regular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00"/>
            </a:lvl3pPr>
            <a:lvl4pPr marL="0" indent="0">
              <a:buFont typeface="Lucida Grande"/>
              <a:buNone/>
              <a:defRPr sz="1400"/>
            </a:lvl4pPr>
            <a:lvl5pPr marL="0" indent="0">
              <a:buFont typeface="Lucida Grande"/>
              <a:buNone/>
              <a:defRPr sz="1400" baseline="0"/>
            </a:lvl5pPr>
            <a:lvl6pPr marL="0" indent="0">
              <a:buFont typeface="Lucida Grande"/>
              <a:buNone/>
              <a:defRPr sz="1400"/>
            </a:lvl6pPr>
            <a:lvl7pPr marL="0" indent="0">
              <a:buFont typeface="Lucida Grande"/>
              <a:buNone/>
              <a:defRPr sz="1400"/>
            </a:lvl7pPr>
            <a:lvl8pPr marL="0" indent="0">
              <a:buFont typeface="Lucida Grande"/>
              <a:buNone/>
              <a:defRPr sz="1400"/>
            </a:lvl8pPr>
            <a:lvl9pPr marL="0" indent="0">
              <a:buFont typeface="Lucida Grande"/>
              <a:buNone/>
              <a:defRPr sz="1400">
                <a:latin typeface="+mn-lt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pPr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90930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CABC661-78D7-B844-9890-EC5A1167C9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 dirty="0"/>
          </a:p>
          <a:p>
            <a:endParaRPr lang="en-US" dirty="0"/>
          </a:p>
          <a:p>
            <a:r>
              <a:rPr lang="en-US" dirty="0"/>
              <a:t>Drag picture to placeholder or select placeholder and click Insert &gt; Photo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A7D8431-29D8-FB4B-9B2A-3E4A4F3C4F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5575" y="1449388"/>
            <a:ext cx="11880850" cy="4319587"/>
          </a:xfrm>
          <a:solidFill>
            <a:schemeClr val="bg1">
              <a:lumMod val="85000"/>
              <a:lumOff val="15000"/>
            </a:schemeClr>
          </a:solidFill>
        </p:spPr>
        <p:txBody>
          <a:bodyPr lIns="108000" tIns="54000" rIns="108000" bIns="108000"/>
          <a:lstStyle>
            <a:lvl1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1pPr>
            <a:lvl2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2pPr>
            <a:lvl3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3pPr>
            <a:lvl4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4pPr>
            <a:lvl5pPr marL="0" indent="0" algn="ctr">
              <a:buFont typeface="Lucida Grande"/>
              <a:buNone/>
              <a:defRPr sz="3000" b="0" i="0" baseline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6216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2-body-b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E8858E47-C8ED-0E4F-9C87-8E89A7187E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2448" y="4447309"/>
            <a:ext cx="3639898" cy="692727"/>
          </a:xfrm>
          <a:noFill/>
        </p:spPr>
        <p:txBody>
          <a:bodyPr lIns="108000" tIns="54000" rIns="108000" bIns="108000">
            <a:noAutofit/>
          </a:bodyPr>
          <a:lstStyle>
            <a:lvl1pPr marL="0" indent="0">
              <a:buFont typeface="Lucida Grande"/>
              <a:buNone/>
              <a:defRPr sz="3000" b="0" i="0" baseline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2000" b="1">
                <a:solidFill>
                  <a:schemeClr val="bg1"/>
                </a:solidFill>
                <a:latin typeface="Aptos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12B0A019-50E2-5144-9B63-224CAD5048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5520" y="5213492"/>
            <a:ext cx="3639898" cy="1311999"/>
          </a:xfrm>
          <a:noFill/>
        </p:spPr>
        <p:txBody>
          <a:bodyPr lIns="108000" tIns="54000" rIns="108000" bIns="108000">
            <a:normAutofit/>
          </a:bodyPr>
          <a:lstStyle>
            <a:lvl1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334015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c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5037BE7-AF48-B34B-A7D1-D9FAB7E1A79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4131" y="1990164"/>
            <a:ext cx="3600000" cy="4498549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311687F-5023-FB48-8B91-F28048720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FF50AE9E-C3F0-6E48-AF7E-9A670CCA875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6000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3C258C4-0E5F-094A-9ABD-F55815270D3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7869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4387398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b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0A909-BB51-A64E-A153-706A25CCCD8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5575" y="1628775"/>
            <a:ext cx="11880850" cy="4877182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25196C4-789B-2941-9FAE-BA826B35F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8406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2-column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7773D7-C41A-3440-A29F-405DFA3DF42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326123" cy="50651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FA4530F5-9439-674C-985D-296D41BB99E0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710304" y="1631581"/>
            <a:ext cx="5328240" cy="50651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AEBDB4B-3882-E14D-8868-6C9E54469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solidFill>
                  <a:schemeClr val="tx1"/>
                </a:solidFill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02218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ster-base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66913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theme" Target="../theme/theme1.xml"/><Relationship Id="rId61" Type="http://schemas.openxmlformats.org/officeDocument/2006/relationships/tags" Target="../tags/tag1.xml"/><Relationship Id="rId62" Type="http://schemas.openxmlformats.org/officeDocument/2006/relationships/oleObject" Target="../embeddings/oleObject1.bin"/><Relationship Id="rId63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9611498-2B1D-2DEC-8DD0-5EB82CD240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1"/>
            </p:custDataLst>
            <p:extLst>
              <p:ext uri="{D42A27DB-BD31-4B8C-83A1-F6EECF244321}">
                <p14:modId xmlns:p14="http://schemas.microsoft.com/office/powerpoint/2010/main" val="8366467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2" imgW="461" imgH="464" progId="TCLayout.ActiveDocument.1">
                  <p:embed/>
                </p:oleObj>
              </mc:Choice>
              <mc:Fallback>
                <p:oleObj name="think-cell Slide" r:id="rId62" imgW="461" imgH="46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9611498-2B1D-2DEC-8DD0-5EB82CD240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575" y="368303"/>
            <a:ext cx="11880850" cy="108108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575" y="1977557"/>
            <a:ext cx="11880850" cy="4569600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C31225D-0325-2840-8AEE-1E19A3FAE499}"/>
              </a:ext>
            </a:extLst>
          </p:cNvPr>
          <p:cNvCxnSpPr>
            <a:cxnSpLocks/>
          </p:cNvCxnSpPr>
          <p:nvPr userDrawn="1"/>
        </p:nvCxnSpPr>
        <p:spPr>
          <a:xfrm>
            <a:off x="0" y="361568"/>
            <a:ext cx="12192000" cy="0"/>
          </a:xfrm>
          <a:prstGeom prst="line">
            <a:avLst/>
          </a:prstGeom>
          <a:ln w="3175">
            <a:solidFill>
              <a:schemeClr val="tx2">
                <a:lumMod val="75000"/>
                <a:alpha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1290A60-8ED6-2443-8FB5-49504FCCDE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7636" y="86656"/>
            <a:ext cx="1322917" cy="192000"/>
          </a:xfrm>
          <a:prstGeom prst="rect">
            <a:avLst/>
          </a:prstGeom>
        </p:spPr>
        <p:txBody>
          <a:bodyPr/>
          <a:lstStyle>
            <a:lvl1pPr algn="r">
              <a:defRPr sz="800" b="0" i="0">
                <a:solidFill>
                  <a:schemeClr val="tx1"/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D0229F-1B97-A24C-8D24-2FA2561FB550}"/>
              </a:ext>
            </a:extLst>
          </p:cNvPr>
          <p:cNvSpPr txBox="1">
            <a:spLocks/>
          </p:cNvSpPr>
          <p:nvPr userDrawn="1"/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000000"/>
              </a:solidFill>
              <a:latin typeface="Noto Mono" panose="020B060903080402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9798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0" r:id="rId1"/>
    <p:sldLayoutId id="2147484256" r:id="rId2"/>
    <p:sldLayoutId id="2147484188" r:id="rId3"/>
    <p:sldLayoutId id="2147484116" r:id="rId4"/>
    <p:sldLayoutId id="2147484515" r:id="rId5"/>
    <p:sldLayoutId id="2147484119" r:id="rId6"/>
    <p:sldLayoutId id="2147484122" r:id="rId7"/>
    <p:sldLayoutId id="2147484125" r:id="rId8"/>
    <p:sldLayoutId id="2147484261" r:id="rId9"/>
    <p:sldLayoutId id="2147484131" r:id="rId10"/>
    <p:sldLayoutId id="2147484137" r:id="rId11"/>
    <p:sldLayoutId id="2147484140" r:id="rId12"/>
    <p:sldLayoutId id="2147484143" r:id="rId13"/>
    <p:sldLayoutId id="2147484146" r:id="rId14"/>
    <p:sldLayoutId id="2147484147" r:id="rId15"/>
    <p:sldLayoutId id="2147484516" r:id="rId16"/>
    <p:sldLayoutId id="2147484149" r:id="rId17"/>
    <p:sldLayoutId id="2147484153" r:id="rId18"/>
    <p:sldLayoutId id="2147484156" r:id="rId19"/>
    <p:sldLayoutId id="2147484164" r:id="rId20"/>
    <p:sldLayoutId id="2147484170" r:id="rId21"/>
    <p:sldLayoutId id="2147484173" r:id="rId22"/>
    <p:sldLayoutId id="2147484176" r:id="rId23"/>
    <p:sldLayoutId id="2147484179" r:id="rId24"/>
    <p:sldLayoutId id="2147484185" r:id="rId25"/>
    <p:sldLayoutId id="2147484368" r:id="rId26"/>
    <p:sldLayoutId id="2147484295" r:id="rId27"/>
    <p:sldLayoutId id="2147484353" r:id="rId28"/>
    <p:sldLayoutId id="2147484352" r:id="rId29"/>
    <p:sldLayoutId id="2147484394" r:id="rId30"/>
    <p:sldLayoutId id="2147484191" r:id="rId31"/>
    <p:sldLayoutId id="2147484327" r:id="rId32"/>
    <p:sldLayoutId id="2147484358" r:id="rId33"/>
    <p:sldLayoutId id="2147484298" r:id="rId34"/>
    <p:sldLayoutId id="2147484294" r:id="rId35"/>
    <p:sldLayoutId id="2147484330" r:id="rId36"/>
    <p:sldLayoutId id="2147484359" r:id="rId37"/>
    <p:sldLayoutId id="2147484299" r:id="rId38"/>
    <p:sldLayoutId id="2147484342" r:id="rId39"/>
    <p:sldLayoutId id="2147484348" r:id="rId40"/>
    <p:sldLayoutId id="2147484345" r:id="rId41"/>
    <p:sldLayoutId id="2147484763" r:id="rId42"/>
    <p:sldLayoutId id="2147484333" r:id="rId43"/>
    <p:sldLayoutId id="2147484300" r:id="rId44"/>
    <p:sldLayoutId id="2147484293" r:id="rId45"/>
    <p:sldLayoutId id="2147484235" r:id="rId46"/>
    <p:sldLayoutId id="2147484363" r:id="rId47"/>
    <p:sldLayoutId id="2147484390" r:id="rId48"/>
    <p:sldLayoutId id="2147484391" r:id="rId49"/>
    <p:sldLayoutId id="2147484393" r:id="rId50"/>
    <p:sldLayoutId id="2147484252" r:id="rId51"/>
    <p:sldLayoutId id="2147484253" r:id="rId52"/>
    <p:sldLayoutId id="2147484518" r:id="rId53"/>
    <p:sldLayoutId id="2147484663" r:id="rId54"/>
    <p:sldLayoutId id="2147484664" r:id="rId55"/>
    <p:sldLayoutId id="2147484666" r:id="rId56"/>
    <p:sldLayoutId id="2147484678" r:id="rId57"/>
    <p:sldLayoutId id="2147484698" r:id="rId58"/>
    <p:sldLayoutId id="2147484764" r:id="rId59"/>
  </p:sldLayoutIdLst>
  <p:hf hdr="0" ftr="0"/>
  <p:txStyles>
    <p:titleStyle>
      <a:lvl1pPr algn="l" defTabSz="609585" rtl="0" eaLnBrk="1" latinLnBrk="0" hangingPunct="1">
        <a:lnSpc>
          <a:spcPct val="100000"/>
        </a:lnSpc>
        <a:spcBef>
          <a:spcPct val="0"/>
        </a:spcBef>
        <a:buNone/>
        <a:defRPr sz="2400" b="0" i="0" kern="1200" baseline="0">
          <a:solidFill>
            <a:schemeClr val="tx1"/>
          </a:solidFill>
          <a:latin typeface="Aptos" pitchFamily="2" charset="0"/>
          <a:ea typeface="Aptos" charset="0"/>
          <a:cs typeface="Aptos" charset="0"/>
        </a:defRPr>
      </a:lvl1pPr>
    </p:titleStyle>
    <p:bodyStyle>
      <a:lvl1pPr marL="0" indent="0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None/>
        <a:defRPr sz="1733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1pPr>
      <a:lvl2pPr marL="62398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733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2pPr>
      <a:lvl3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467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3pPr>
      <a:lvl4pPr marL="62398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467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4pPr>
      <a:lvl5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b="0" i="0" kern="1200" spc="0">
          <a:solidFill>
            <a:schemeClr val="tx1"/>
          </a:solidFill>
          <a:latin typeface="GT America Regular"/>
          <a:ea typeface="Aptos" charset="0"/>
          <a:cs typeface="Aptos" charset="0"/>
        </a:defRPr>
      </a:lvl5pPr>
      <a:lvl6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6pPr>
      <a:lvl7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7pPr>
      <a:lvl8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8pPr>
      <a:lvl9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73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98" userDrawn="1">
          <p15:clr>
            <a:srgbClr val="F26B43"/>
          </p15:clr>
        </p15:guide>
        <p15:guide id="4" pos="2593" userDrawn="1">
          <p15:clr>
            <a:srgbClr val="F26B43"/>
          </p15:clr>
        </p15:guide>
        <p15:guide id="5" pos="1345" userDrawn="1">
          <p15:clr>
            <a:srgbClr val="F26B43"/>
          </p15:clr>
        </p15:guide>
        <p15:guide id="6" pos="5087" userDrawn="1">
          <p15:clr>
            <a:srgbClr val="F26B43"/>
          </p15:clr>
        </p15:guide>
        <p15:guide id="7" pos="6335" userDrawn="1">
          <p15:clr>
            <a:srgbClr val="F26B43"/>
          </p15:clr>
        </p15:guide>
        <p15:guide id="8" pos="7582" userDrawn="1">
          <p15:clr>
            <a:srgbClr val="F26B43"/>
          </p15:clr>
        </p15:guide>
        <p15:guide id="9" orient="horz" pos="913" userDrawn="1">
          <p15:clr>
            <a:srgbClr val="F26B43"/>
          </p15:clr>
        </p15:guide>
        <p15:guide id="11" orient="horz" pos="4315" userDrawn="1">
          <p15:clr>
            <a:srgbClr val="F26B43"/>
          </p15:clr>
        </p15:guide>
        <p15:guide id="12" orient="horz" pos="232" userDrawn="1">
          <p15:clr>
            <a:srgbClr val="F26B43"/>
          </p15:clr>
        </p15:guide>
        <p15:guide id="13" orient="horz" pos="1593" userDrawn="1">
          <p15:clr>
            <a:srgbClr val="F26B43"/>
          </p15:clr>
        </p15:guide>
        <p15:guide id="14" orient="horz" pos="2954" userDrawn="1">
          <p15:clr>
            <a:srgbClr val="F26B43"/>
          </p15:clr>
        </p15:guide>
        <p15:guide id="15" orient="horz" pos="363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>
          <a:xfrm>
            <a:off x="324000" y="3924000"/>
            <a:ext cx="10800000" cy="2304000"/>
          </a:xfrm>
        </p:spPr>
        <p:txBody>
          <a:bodyPr wrap="square" anchor="t">
            <a:no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1F4E79"/>
                </a:solidFill>
                <a:latin typeface="微软雅黑"/>
              </a:rPr>
              <a:t>NCF / LightGCN / SASRec —— 同一份切分、同一份候选集、同一套指标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微软雅黑"/>
              </a:rPr>
              <a:t>徐胜钦 · 2026-10-25 组会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6B7280"/>
                </a:solidFill>
                <a:latin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微软雅黑"/>
              </a:rPr>
              <a:t>仓库：github.com/849982345-oss/ml1m-unified-benchmark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000" y="2015999"/>
            <a:ext cx="10800000" cy="1512000"/>
          </a:xfrm>
        </p:spPr>
        <p:txBody>
          <a:bodyPr/>
          <a:lstStyle/>
          <a:p>
            <a:r>
              <a:rPr sz="3800" b="1">
                <a:solidFill>
                  <a:srgbClr val="21242B"/>
                </a:solidFill>
                <a:latin typeface="微软雅黑"/>
              </a:rPr>
              <a:t>ML-1M 统一评测协议下的三线复现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>
          <a:xfrm>
            <a:off x="324000" y="1512000"/>
            <a:ext cx="5688000" cy="4824000"/>
          </a:xfrm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1F4E79"/>
                </a:solidFill>
                <a:latin typeface="微软雅黑"/>
              </a:rPr>
              <a:t>序列建模  ≫  图传播  &gt;  集合融合</a:t>
            </a:r>
          </a:p>
          <a:p>
            <a:pPr algn="l">
              <a:spcAft>
                <a:spcPts val="1400"/>
              </a:spcAft>
            </a:pPr>
            <a:r>
              <a:rPr sz="1400" b="0">
                <a:solidFill>
                  <a:srgbClr val="6B7280"/>
                </a:solidFill>
                <a:latin typeface="微软雅黑"/>
              </a:rPr>
              <a:t>同一份数据、同一份 100 候选集、同一套指标下，三个家族的排序首次可以直接比较。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21242B"/>
                </a:solidFill>
                <a:latin typeface="微软雅黑"/>
              </a:rPr>
              <a:t>SASRec   0.8295 ± 0.0014      （论文 0.8235）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21242B"/>
                </a:solidFill>
                <a:latin typeface="微软雅黑"/>
              </a:rPr>
              <a:t>LightGCN  0.7149   ·   NGCF  见下页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21242B"/>
                </a:solidFill>
                <a:latin typeface="微软雅黑"/>
              </a:rPr>
              <a:t>NeuMF    0.6904   ·   BPR-MF 0.6889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6B7280"/>
                </a:solidFill>
                <a:latin typeface="微软雅黑"/>
              </a:rPr>
              <a:t>MLP      0.6750   ·   GMF    0.6396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B03A2E"/>
                </a:solidFill>
                <a:latin typeface="微软雅黑"/>
              </a:rPr>
              <a:t>序列比集合高 13.9 个百分点——不是调参能补的。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B03A2E"/>
                </a:solidFill>
                <a:latin typeface="微软雅黑"/>
              </a:rPr>
              <a:t>而 BPR-MF 与 NeuMF 打平：神经网络并没有赢。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000" y="324000"/>
            <a:ext cx="11520000" cy="936000"/>
          </a:xfrm>
        </p:spPr>
        <p:txBody>
          <a:bodyPr/>
          <a:lstStyle/>
          <a:p>
            <a:r>
              <a:rPr sz="2600" b="1">
                <a:solidFill>
                  <a:srgbClr val="21242B"/>
                </a:solidFill>
                <a:latin typeface="微软雅黑"/>
              </a:rPr>
              <a:t>一句话结论</a:t>
            </a:r>
          </a:p>
        </p:txBody>
      </p:sp>
      <p:pic>
        <p:nvPicPr>
          <p:cNvPr id="4" name="Picture 3" descr="bars_unifi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000" y="1584000"/>
            <a:ext cx="5688000" cy="31671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>
          <a:xfrm>
            <a:off x="324000" y="1512000"/>
            <a:ext cx="11520000" cy="4824000"/>
          </a:xfrm>
        </p:spPr>
        <p:txBody>
          <a:bodyPr wrap="square" anchor="t">
            <a:no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1F4E79"/>
                </a:solidFill>
                <a:latin typeface="微软雅黑"/>
              </a:rPr>
              <a:t>8 月复现 NCF 时发现的一个坑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1242B"/>
                </a:solidFill>
                <a:latin typeface="微软雅黑"/>
              </a:rPr>
              <a:t>NCF 报告的 HR@10，是在「1 正 + 99 负 = 100 个候选」里排出来的。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21242B"/>
                </a:solidFill>
                <a:latin typeface="微软雅黑"/>
              </a:rPr>
              <a:t>LightGCN 官方代码报告的 HR，是对全部物品排序。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B03A2E"/>
                </a:solidFill>
                <a:latin typeface="微软雅黑"/>
              </a:rPr>
              <a:t>候选集越小，HR 天然越高 —— 同协议的 0.69 与全量排序的 0.30 说的是两个世界。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1242B"/>
                </a:solidFill>
                <a:latin typeface="微软雅黑"/>
              </a:rPr>
              <a:t>所以「各自都复现到论文数字」≠「它们可以互相比较」。要能比，必须钉死三件事：</a:t>
            </a:r>
          </a:p>
          <a:p>
            <a:pPr lvl="1" algn="l">
              <a:spcAft>
                <a:spcPts val="500"/>
              </a:spcAft>
            </a:pPr>
            <a:r>
              <a:rPr sz="1500" b="0">
                <a:solidFill>
                  <a:srgbClr val="1F4E79"/>
                </a:solidFill>
                <a:latin typeface="微软雅黑"/>
              </a:rPr>
              <a:t>①  切分 —— leave-one-out，每用户时间戳最新一条为测试</a:t>
            </a:r>
          </a:p>
          <a:p>
            <a:pPr lvl="1" algn="l">
              <a:spcAft>
                <a:spcPts val="500"/>
              </a:spcAft>
            </a:pPr>
            <a:r>
              <a:rPr sz="1500" b="0">
                <a:solidFill>
                  <a:srgbClr val="1F4E79"/>
                </a:solidFill>
                <a:latin typeface="微软雅黑"/>
              </a:rPr>
              <a:t>②  候选集 —— 100 个（1 正 + 99 负），三个模型复用同一份候选文件</a:t>
            </a:r>
          </a:p>
          <a:p>
            <a:pPr lvl="1" algn="l">
              <a:spcAft>
                <a:spcPts val="500"/>
              </a:spcAft>
            </a:pPr>
            <a:r>
              <a:rPr sz="1500" b="0">
                <a:solidFill>
                  <a:srgbClr val="1F4E79"/>
                </a:solidFill>
                <a:latin typeface="微软雅黑"/>
              </a:rPr>
              <a:t>③  指标 —— HR@10 / NDCG@10，6,040 用户取均值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000" y="324000"/>
            <a:ext cx="11520000" cy="936000"/>
          </a:xfrm>
        </p:spPr>
        <p:txBody>
          <a:bodyPr/>
          <a:lstStyle/>
          <a:p>
            <a:r>
              <a:rPr sz="2600" b="1">
                <a:solidFill>
                  <a:srgbClr val="21242B"/>
                </a:solidFill>
                <a:latin typeface="微软雅黑"/>
              </a:rPr>
              <a:t>为什么必须先统一协议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>
          <a:xfrm>
            <a:off x="324000" y="1512000"/>
            <a:ext cx="11520000" cy="4824000"/>
          </a:xfrm>
        </p:spPr>
        <p:txBody>
          <a:bodyPr wrap="square" anchor="t">
            <a:no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1F4E79"/>
                </a:solidFill>
                <a:latin typeface="微软雅黑"/>
              </a:rPr>
              <a:t>问题：两份数据的物品空间不一样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1242B"/>
                </a:solidFill>
                <a:latin typeface="微软雅黑"/>
              </a:rPr>
              <a:t>SASRec 官方 ml-1m.txt    999,611 行 / 3,416 物品   ← 剔除了出现 &lt;5 次的 290 个长尾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21242B"/>
                </a:solidFill>
                <a:latin typeface="微软雅黑"/>
              </a:rPr>
              <a:t>NCF 官方切分              1,000,209 行 / 3,706 物品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B03A2E"/>
                </a:solidFill>
                <a:latin typeface="微软雅黑"/>
              </a:rPr>
              <a:t>物品空间不同 → 候选池不同 → 结果不可比。所以从 NCF 官方切分重建序列数据，保留全量物品。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微软雅黑"/>
              </a:rPr>
              <a:t>校验（脚本实际输出）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微软雅黑"/>
              </a:rPr>
              <a:t>前5物品频次   [3428, 2991, 2990, 2883, 2672]   ← 与官方文件逐个相同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微软雅黑"/>
              </a:rPr>
              <a:t>剔除 &lt;5 频次物品后行数   999,611   ← 与官方文件精确相等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6B7280"/>
                </a:solidFill>
                <a:latin typeface="微软雅黑"/>
              </a:rPr>
              <a:t>序列长度  min/max/median = 20 / 2314 / 96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</a:rPr>
              <a:t>「剔掉长尾后行数精确相等」= 同一份原始数据、同一套切分。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000" y="324000"/>
            <a:ext cx="11520000" cy="936000"/>
          </a:xfrm>
        </p:spPr>
        <p:txBody>
          <a:bodyPr/>
          <a:lstStyle/>
          <a:p>
            <a:r>
              <a:rPr sz="2600" b="1">
                <a:solidFill>
                  <a:srgbClr val="21242B"/>
                </a:solidFill>
                <a:latin typeface="微软雅黑"/>
              </a:rPr>
              <a:t>数据对齐：这张表可信的地基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000" y="324000"/>
            <a:ext cx="11520000" cy="936000"/>
          </a:xfrm>
        </p:spPr>
        <p:txBody>
          <a:bodyPr/>
          <a:lstStyle/>
          <a:p>
            <a:r>
              <a:rPr sz="2600" b="1">
                <a:solidFill>
                  <a:srgbClr val="21242B"/>
                </a:solidFill>
                <a:latin typeface="微软雅黑"/>
              </a:rPr>
              <a:t>结果：同一协议下的八个模型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88000" y="1404000"/>
          <a:ext cx="11591998" cy="33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999"/>
                <a:gridCol w="2376000"/>
                <a:gridCol w="1655999"/>
                <a:gridCol w="1728000"/>
                <a:gridCol w="4176000"/>
              </a:tblGrid>
              <a:tr h="3760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模型</a:t>
                      </a:r>
                    </a:p>
                  </a:txBody>
                  <a:tcPr marL="90000" marR="54000" marT="21600" marB="216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建模假设</a:t>
                      </a:r>
                    </a:p>
                  </a:txBody>
                  <a:tcPr marL="90000" marR="54000" marT="21600" marB="216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HR@10</a:t>
                      </a:r>
                    </a:p>
                  </a:txBody>
                  <a:tcPr marL="90000" marR="54000" marT="21600" marB="216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NDCG@10</a:t>
                      </a:r>
                    </a:p>
                  </a:txBody>
                  <a:tcPr marL="90000" marR="54000" marT="21600" marB="216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论文报告</a:t>
                      </a:r>
                    </a:p>
                  </a:txBody>
                  <a:tcPr marL="90000" marR="54000" marT="21600" marB="21600" anchor="ctr">
                    <a:solidFill>
                      <a:srgbClr val="1F4E79"/>
                    </a:solidFill>
                  </a:tcPr>
                </a:tc>
              </a:tr>
              <a:tr h="376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</a:rPr>
                        <a:t>BPR-MF</a:t>
                      </a:r>
                    </a:p>
                  </a:txBody>
                  <a:tcPr marL="90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</a:rPr>
                        <a:t>集合 · 纯点积（强基线）</a:t>
                      </a:r>
                    </a:p>
                  </a:txBody>
                  <a:tcPr marL="90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</a:rPr>
                        <a:t>0.6889</a:t>
                      </a:r>
                    </a:p>
                  </a:txBody>
                  <a:tcPr marL="90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</a:rPr>
                        <a:t>0.4130</a:t>
                      </a:r>
                    </a:p>
                  </a:txBody>
                  <a:tcPr marL="90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90000" marR="54000" marT="21600" marB="21600" anchor="ctr">
                    <a:solidFill>
                      <a:srgbClr val="FFFFFF"/>
                    </a:solidFill>
                  </a:tcPr>
                </a:tc>
              </a:tr>
              <a:tr h="376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</a:rPr>
                        <a:t>GMF</a:t>
                      </a:r>
                    </a:p>
                  </a:txBody>
                  <a:tcPr marL="90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</a:rPr>
                        <a:t>集合 · 点积</a:t>
                      </a:r>
                    </a:p>
                  </a:txBody>
                  <a:tcPr marL="90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</a:rPr>
                        <a:t>0.6396</a:t>
                      </a:r>
                    </a:p>
                  </a:txBody>
                  <a:tcPr marL="90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</a:rPr>
                        <a:t>0.3676</a:t>
                      </a:r>
                    </a:p>
                  </a:txBody>
                  <a:tcPr marL="90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</a:rPr>
                        <a:t>图读数 ≈0.645</a:t>
                      </a:r>
                    </a:p>
                  </a:txBody>
                  <a:tcPr marL="90000" marR="54000" marT="21600" marB="21600" anchor="ctr">
                    <a:solidFill>
                      <a:srgbClr val="FFFFFF"/>
                    </a:solidFill>
                  </a:tcPr>
                </a:tc>
              </a:tr>
              <a:tr h="376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</a:rPr>
                        <a:t>MLP</a:t>
                      </a:r>
                    </a:p>
                  </a:txBody>
                  <a:tcPr marL="90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</a:rPr>
                        <a:t>集合 · 非线性</a:t>
                      </a:r>
                    </a:p>
                  </a:txBody>
                  <a:tcPr marL="90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</a:rPr>
                        <a:t>0.6750</a:t>
                      </a:r>
                    </a:p>
                  </a:txBody>
                  <a:tcPr marL="90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</a:rPr>
                        <a:t>0.3978</a:t>
                      </a:r>
                    </a:p>
                  </a:txBody>
                  <a:tcPr marL="90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</a:rPr>
                        <a:t>图读数 ≈0.640</a:t>
                      </a:r>
                    </a:p>
                  </a:txBody>
                  <a:tcPr marL="90000" marR="54000" marT="21600" marB="21600" anchor="ctr">
                    <a:solidFill>
                      <a:srgbClr val="FFFFFF"/>
                    </a:solidFill>
                  </a:tcPr>
                </a:tc>
              </a:tr>
              <a:tr h="376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</a:rPr>
                        <a:t>NeuMF</a:t>
                      </a:r>
                    </a:p>
                  </a:txBody>
                  <a:tcPr marL="90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</a:rPr>
                        <a:t>集合 · 融合</a:t>
                      </a:r>
                    </a:p>
                  </a:txBody>
                  <a:tcPr marL="90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</a:rPr>
                        <a:t>0.6904</a:t>
                      </a:r>
                    </a:p>
                  </a:txBody>
                  <a:tcPr marL="90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</a:rPr>
                        <a:t>0.4086</a:t>
                      </a:r>
                    </a:p>
                  </a:txBody>
                  <a:tcPr marL="90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</a:rPr>
                        <a:t>0.688 / 0.410</a:t>
                      </a:r>
                    </a:p>
                  </a:txBody>
                  <a:tcPr marL="90000" marR="54000" marT="21600" marB="21600" anchor="ctr">
                    <a:solidFill>
                      <a:srgbClr val="FFFFFF"/>
                    </a:solidFill>
                  </a:tcPr>
                </a:tc>
              </a:tr>
              <a:tr h="376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</a:rPr>
                        <a:t>NGCF</a:t>
                      </a:r>
                    </a:p>
                  </a:txBody>
                  <a:tcPr marL="90000" marR="54000" marT="21600" marB="21600"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</a:rPr>
                        <a:t>图 · 传播 + W + σ</a:t>
                      </a:r>
                    </a:p>
                  </a:txBody>
                  <a:tcPr marL="90000" marR="54000" marT="21600" marB="21600"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1242B"/>
                          </a:solidFill>
                          <a:latin typeface="微软雅黑"/>
                        </a:rPr>
                        <a:t>0.6879</a:t>
                      </a:r>
                    </a:p>
                  </a:txBody>
                  <a:tcPr marL="90000" marR="54000" marT="21600" marB="21600"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1242B"/>
                          </a:solidFill>
                          <a:latin typeface="微软雅黑"/>
                        </a:rPr>
                        <a:t>0.4150</a:t>
                      </a:r>
                    </a:p>
                  </a:txBody>
                  <a:tcPr marL="90000" marR="54000" marT="21600" marB="21600"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</a:rPr>
                        <a:t>该协议未报告</a:t>
                      </a:r>
                    </a:p>
                  </a:txBody>
                  <a:tcPr marL="90000" marR="54000" marT="21600" marB="21600" anchor="ctr">
                    <a:solidFill>
                      <a:srgbClr val="E8F0F8"/>
                    </a:solidFill>
                  </a:tcPr>
                </a:tc>
              </a:tr>
              <a:tr h="376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</a:rPr>
                        <a:t>LightGCN</a:t>
                      </a:r>
                    </a:p>
                  </a:txBody>
                  <a:tcPr marL="90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</a:rPr>
                        <a:t>图 · 纯邻域传播</a:t>
                      </a:r>
                    </a:p>
                  </a:txBody>
                  <a:tcPr marL="90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</a:rPr>
                        <a:t>0.7149</a:t>
                      </a:r>
                    </a:p>
                  </a:txBody>
                  <a:tcPr marL="90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</a:rPr>
                        <a:t>0.4265</a:t>
                      </a:r>
                    </a:p>
                  </a:txBody>
                  <a:tcPr marL="90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</a:rPr>
                        <a:t>该协议未报告</a:t>
                      </a:r>
                    </a:p>
                  </a:txBody>
                  <a:tcPr marL="90000" marR="54000" marT="21600" marB="21600" anchor="ctr">
                    <a:solidFill>
                      <a:srgbClr val="FFFFFF"/>
                    </a:solidFill>
                  </a:tcPr>
                </a:tc>
              </a:tr>
              <a:tr h="376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</a:rPr>
                        <a:t>SASRec</a:t>
                      </a:r>
                    </a:p>
                  </a:txBody>
                  <a:tcPr marL="90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</a:rPr>
                        <a:t>序列 · 自注意力</a:t>
                      </a:r>
                    </a:p>
                  </a:txBody>
                  <a:tcPr marL="90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</a:rPr>
                        <a:t>0.8295</a:t>
                      </a:r>
                    </a:p>
                  </a:txBody>
                  <a:tcPr marL="90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</a:rPr>
                        <a:t>0.5976</a:t>
                      </a:r>
                    </a:p>
                  </a:txBody>
                  <a:tcPr marL="90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</a:rPr>
                        <a:t>0.8235 / 0.5958</a:t>
                      </a:r>
                    </a:p>
                  </a:txBody>
                  <a:tcPr marL="90000" marR="54000" marT="21600" marB="21600" anchor="ctr">
                    <a:solidFill>
                      <a:srgbClr val="FFFFFF"/>
                    </a:solidFill>
                  </a:tcPr>
                </a:tc>
              </a:tr>
              <a:tr h="376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</a:rPr>
                        <a:t>BERT4Rec</a:t>
                      </a:r>
                    </a:p>
                  </a:txBody>
                  <a:tcPr marL="90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</a:rPr>
                        <a:t>序列 · 双向（未达 SASRec）</a:t>
                      </a:r>
                    </a:p>
                  </a:txBody>
                  <a:tcPr marL="90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</a:rPr>
                        <a:t>0.7785</a:t>
                      </a:r>
                    </a:p>
                  </a:txBody>
                  <a:tcPr marL="90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</a:rPr>
                        <a:t>0.5669</a:t>
                      </a:r>
                    </a:p>
                  </a:txBody>
                  <a:tcPr marL="90000" marR="54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90000" marR="54000" marT="21600" marB="2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88000" y="5184000"/>
            <a:ext cx="11592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7280"/>
                </a:solidFill>
                <a:latin typeface="微软雅黑"/>
              </a:rPr>
              <a:t>SASRec 为 3 个随机种子的均值 ± 标准差（seed 42 / 2024 / 7）；HR 极差 0.0033，远小于模型间差距 0.115 → 结论不是种子运气。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7280"/>
                </a:solidFill>
                <a:latin typeface="微软雅黑"/>
              </a:rPr>
              <a:t>训练曲线见 figures/curves_all.png；每个模型的逐 epoch 指标在仓库 logs/ 下，可逐行核对。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>
          <a:xfrm>
            <a:off x="324000" y="1512000"/>
            <a:ext cx="11520000" cy="4824000"/>
          </a:xfrm>
        </p:spPr>
        <p:txBody>
          <a:bodyPr wrap="square" anchor="t">
            <a:no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F4E79"/>
                </a:solidFill>
                <a:latin typeface="微软雅黑"/>
              </a:rPr>
              <a:t>复现局限（我的问题，不是方法的问题）</a:t>
            </a:r>
          </a:p>
          <a:p>
            <a:pPr lvl="1" algn="l">
              <a:spcAft>
                <a:spcPts val="400"/>
              </a:spcAft>
            </a:pPr>
            <a:r>
              <a:rPr sz="1400" b="0">
                <a:solidFill>
                  <a:srgbClr val="21242B"/>
                </a:solidFill>
                <a:latin typeface="微软雅黑"/>
              </a:rPr>
              <a:t>1. LightGCN 只跑 300 epoch（220 已进平台期），未做超参网格搜索</a:t>
            </a:r>
          </a:p>
          <a:p>
            <a:pPr lvl="1" algn="l">
              <a:spcAft>
                <a:spcPts val="400"/>
              </a:spcAft>
            </a:pPr>
            <a:r>
              <a:rPr sz="1400" b="0">
                <a:solidFill>
                  <a:srgbClr val="21242B"/>
                </a:solidFill>
                <a:latin typeface="微软雅黑"/>
              </a:rPr>
              <a:t>2. SASRec 用倒数第二条做验证集选 epoch，比 NCF 协议每用户少 1 条训练数据（0.6%）</a:t>
            </a:r>
          </a:p>
          <a:p>
            <a:pPr lvl="1" algn="l">
              <a:spcAft>
                <a:spcPts val="1200"/>
              </a:spcAft>
            </a:pPr>
            <a:r>
              <a:rPr sz="1400" b="0">
                <a:solidFill>
                  <a:srgbClr val="21242B"/>
                </a:solidFill>
                <a:latin typeface="微软雅黑"/>
              </a:rPr>
              <a:t>3. LightGCN 与 NCF 为单次运行；只有一个数据集，不能外推到稀疏场景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B03A2E"/>
                </a:solidFill>
                <a:latin typeface="微软雅黑"/>
              </a:rPr>
              <a:t>方法缺点（它们的问题，不是我的问题）</a:t>
            </a:r>
          </a:p>
          <a:p>
            <a:pPr lvl="1" algn="l">
              <a:spcAft>
                <a:spcPts val="300"/>
              </a:spcAft>
            </a:pPr>
            <a:r>
              <a:rPr sz="1400" b="0">
                <a:solidFill>
                  <a:srgbClr val="21242B"/>
                </a:solidFill>
                <a:latin typeface="微软雅黑"/>
              </a:rPr>
              <a:t>SASRec —— 只用本人序列，用不到他人高阶协同；maxlen=200 硬截断</a:t>
            </a:r>
          </a:p>
          <a:p>
            <a:pPr lvl="1" algn="l">
              <a:spcAft>
                <a:spcPts val="600"/>
              </a:spcAft>
            </a:pPr>
            <a:r>
              <a:rPr sz="1400" b="0">
                <a:solidFill>
                  <a:srgbClr val="21242B"/>
                </a:solidFill>
                <a:latin typeface="微软雅黑"/>
              </a:rPr>
              <a:t>绝对位置编码不辨真实时间间隔；冷启动失效</a:t>
            </a:r>
          </a:p>
          <a:p>
            <a:pPr lvl="1" algn="l">
              <a:spcAft>
                <a:spcPts val="300"/>
              </a:spcAft>
            </a:pPr>
            <a:r>
              <a:rPr sz="1400" b="0">
                <a:solidFill>
                  <a:srgbClr val="21242B"/>
                </a:solidFill>
                <a:latin typeface="微软雅黑"/>
              </a:rPr>
              <a:t>LightGCN —— 只用 ID 交互，冷启动失效；静态图不增量更新</a:t>
            </a:r>
          </a:p>
          <a:p>
            <a:pPr lvl="1" algn="l">
              <a:spcAft>
                <a:spcPts val="600"/>
              </a:spcAft>
            </a:pPr>
            <a:r>
              <a:rPr sz="1400" b="0">
                <a:solidFill>
                  <a:srgbClr val="21242B"/>
                </a:solidFill>
                <a:latin typeface="微软雅黑"/>
              </a:rPr>
              <a:t>过平滑限制在 2–4 层；均匀负采样大量假负例；推理需全量算分</a:t>
            </a:r>
          </a:p>
          <a:p>
            <a:pPr lvl="1" algn="l">
              <a:spcAft>
                <a:spcPts val="400"/>
              </a:spcAft>
            </a:pPr>
            <a:r>
              <a:rPr sz="1400" b="0">
                <a:solidFill>
                  <a:srgbClr val="21242B"/>
                </a:solidFill>
                <a:latin typeface="微软雅黑"/>
              </a:rPr>
              <a:t>NCF —— 后人复盘（RecSys 2020）显示同等调参下简单点积显著优于 MLP，核心主张未被支持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000" y="324000"/>
            <a:ext cx="11520000" cy="936000"/>
          </a:xfrm>
        </p:spPr>
        <p:txBody>
          <a:bodyPr/>
          <a:lstStyle/>
          <a:p>
            <a:r>
              <a:rPr sz="2600" b="1">
                <a:solidFill>
                  <a:srgbClr val="21242B"/>
                </a:solidFill>
                <a:latin typeface="微软雅黑"/>
              </a:rPr>
              <a:t>两类局限，必须分开讲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>
          <a:xfrm>
            <a:off x="324000" y="1512000"/>
            <a:ext cx="11520000" cy="4824000"/>
          </a:xfrm>
        </p:spPr>
        <p:txBody>
          <a:bodyPr wrap="square" anchor="t">
            <a:no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B03A2E"/>
                </a:solidFill>
                <a:latin typeface="微软雅黑"/>
              </a:rPr>
              <a:t>100 候选的采样式评估，已被证明不保序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6B7280"/>
                </a:solidFill>
                <a:latin typeface="微软雅黑"/>
              </a:rPr>
              <a:t>Krichene &amp; Rendle, KDD 2020《On Sampled Metrics for Item Recommendation》：</a:t>
            </a:r>
          </a:p>
          <a:p>
            <a:pPr lvl="1" algn="l">
              <a:spcAft>
                <a:spcPts val="1200"/>
              </a:spcAft>
            </a:pPr>
            <a:r>
              <a:rPr sz="1500" b="0">
                <a:solidFill>
                  <a:srgbClr val="21242B"/>
                </a:solidFill>
                <a:latin typeface="微软雅黑"/>
              </a:rPr>
              <a:t>采样指标不保持排序 —— A 在采样指标上优于 B，全量上未必；取期望也不成立；采样量越小，各指标越趋同。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F4E79"/>
                </a:solidFill>
                <a:latin typeface="微软雅黑"/>
              </a:rPr>
              <a:t>所以这张表的正确读法是：</a:t>
            </a:r>
          </a:p>
          <a:p>
            <a:pPr lvl="1" algn="l">
              <a:spcAft>
                <a:spcPts val="500"/>
              </a:spcAft>
            </a:pPr>
            <a:r>
              <a:rPr sz="1500" b="0">
                <a:solidFill>
                  <a:srgbClr val="21242B"/>
                </a:solidFill>
                <a:latin typeface="微软雅黑"/>
              </a:rPr>
              <a:t>同协议横向比较   有效   ← 这是它的价值</a:t>
            </a:r>
          </a:p>
          <a:p>
            <a:pPr lvl="1" algn="l">
              <a:spcAft>
                <a:spcPts val="1200"/>
              </a:spcAft>
            </a:pPr>
            <a:r>
              <a:rPr sz="1500" b="0">
                <a:solidFill>
                  <a:srgbClr val="21242B"/>
                </a:solidFill>
                <a:latin typeface="微软雅黑"/>
              </a:rPr>
              <a:t>拿去和全量排序口径的论文数字对表   不可   ← 这是它的边界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6B7280"/>
                </a:solidFill>
                <a:latin typeface="微软雅黑"/>
              </a:rPr>
              <a:t>下一步补法：加一版全量排序评估（3,706 物品全打分）作交叉验证，两条口径都报。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000" y="324000"/>
            <a:ext cx="11520000" cy="936000"/>
          </a:xfrm>
        </p:spPr>
        <p:txBody>
          <a:bodyPr/>
          <a:lstStyle/>
          <a:p>
            <a:r>
              <a:rPr sz="2600" b="1">
                <a:solidFill>
                  <a:srgbClr val="21242B"/>
                </a:solidFill>
                <a:latin typeface="微软雅黑"/>
              </a:rPr>
              <a:t>协议本身的问题：主动交代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>
          <a:xfrm>
            <a:off x="324000" y="1512000"/>
            <a:ext cx="11520000" cy="4824000"/>
          </a:xfrm>
        </p:spPr>
        <p:txBody>
          <a:bodyPr wrap="square" anchor="t">
            <a:no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21242B"/>
                </a:solidFill>
                <a:latin typeface="微软雅黑"/>
              </a:rPr>
              <a:t>P0   全量排序评估交叉验证 —— 确认「SASRec &gt; LightGCN」在两种口径下都成立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21242B"/>
                </a:solidFill>
                <a:latin typeface="微软雅黑"/>
              </a:rPr>
              <a:t>P0   换更稀疏的数据（Amazon-Beauty / Gowalla）复测 —— 检验「序列 &gt; 图」是否只是 ML-1M 的中等密度效应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21242B"/>
                </a:solidFill>
                <a:latin typeface="微软雅黑"/>
              </a:rPr>
              <a:t>P1   图 + 序列融合：用 LightGCN 预训练嵌入注入序列模型，看能否兼得两条信号</a:t>
            </a:r>
          </a:p>
          <a:p>
            <a:pPr algn="l">
              <a:spcAft>
                <a:spcPts val="1600"/>
              </a:spcAft>
            </a:pPr>
            <a:r>
              <a:rPr sz="1500" b="1">
                <a:solidFill>
                  <a:srgbClr val="21242B"/>
                </a:solidFill>
                <a:latin typeface="微软雅黑"/>
              </a:rPr>
              <a:t>P2   难负采样替掉均匀负采样，量化「假负例」的实际损失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4E79"/>
                </a:solidFill>
                <a:latin typeface="微软雅黑"/>
              </a:rPr>
              <a:t>自己的判断：在 ML-1M 这种中等密度数据上，顺序信号比高阶协同更值钱；这个判断的边界在哪里，是我下一步真正想验证的问题。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000" y="324000"/>
            <a:ext cx="11520000" cy="936000"/>
          </a:xfrm>
        </p:spPr>
        <p:txBody>
          <a:bodyPr/>
          <a:lstStyle/>
          <a:p>
            <a:r>
              <a:rPr sz="2600" b="1">
                <a:solidFill>
                  <a:srgbClr val="21242B"/>
                </a:solidFill>
                <a:latin typeface="微软雅黑"/>
              </a:rPr>
              <a:t>下一步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nner Chapter 2020 master content white">
  <a:themeElements>
    <a:clrScheme name="Episode ">
      <a:dk1>
        <a:srgbClr val="000000"/>
      </a:dk1>
      <a:lt1>
        <a:srgbClr val="FFFFFF"/>
      </a:lt1>
      <a:dk2>
        <a:srgbClr val="5E5E5E"/>
      </a:dk2>
      <a:lt2>
        <a:srgbClr val="DDDDDD"/>
      </a:lt2>
      <a:accent1>
        <a:srgbClr val="FFD6D5"/>
      </a:accent1>
      <a:accent2>
        <a:srgbClr val="004479"/>
      </a:accent2>
      <a:accent3>
        <a:srgbClr val="FEFC78"/>
      </a:accent3>
      <a:accent4>
        <a:srgbClr val="000542"/>
      </a:accent4>
      <a:accent5>
        <a:srgbClr val="FEC306"/>
      </a:accent5>
      <a:accent6>
        <a:srgbClr val="FF2741"/>
      </a:accent6>
      <a:hlink>
        <a:srgbClr val="FFD7FF"/>
      </a:hlink>
      <a:folHlink>
        <a:srgbClr val="FF4C41"/>
      </a:folHlink>
    </a:clrScheme>
    <a:fontScheme name="Aptos">
      <a:majorFont>
        <a:latin typeface="Aptos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ptos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lIns="0" tIns="0" rIns="0" bIns="0" rtlCol="0" anchor="ctr"/>
      <a:lstStyle>
        <a:defPPr algn="ctr">
          <a:defRPr sz="15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5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5689EE1F-454F-164F-9F07-0A5A3628CDB9}" vid="{7ACBC569-B1AD-D44F-A40C-8419DD20B6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84E27BF9909C49B6B2071A723661AD" ma:contentTypeVersion="15" ma:contentTypeDescription="Create a new document." ma:contentTypeScope="" ma:versionID="89e60d021bc748d53bc9aa7e10fcb79c">
  <xsd:schema xmlns:xsd="http://www.w3.org/2001/XMLSchema" xmlns:xs="http://www.w3.org/2001/XMLSchema" xmlns:p="http://schemas.microsoft.com/office/2006/metadata/properties" xmlns:ns2="1a430762-0c70-477c-9f99-4f0de377434a" xmlns:ns3="dade0ac3-28db-4265-865b-32f2de5ea973" targetNamespace="http://schemas.microsoft.com/office/2006/metadata/properties" ma:root="true" ma:fieldsID="808a36a81d09e8efd2087cc3a8bb7a3e" ns2:_="" ns3:_="">
    <xsd:import namespace="1a430762-0c70-477c-9f99-4f0de377434a"/>
    <xsd:import namespace="dade0ac3-28db-4265-865b-32f2de5ea9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430762-0c70-477c-9f99-4f0de37743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fa1188ef-9c9a-4dc0-823e-f7ecebd9c1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de0ac3-28db-4265-865b-32f2de5ea973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313fb653-ce7f-498a-9118-8c678ae9b656}" ma:internalName="TaxCatchAll" ma:showField="CatchAllData" ma:web="dade0ac3-28db-4265-865b-32f2de5ea9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a430762-0c70-477c-9f99-4f0de377434a">
      <Terms xmlns="http://schemas.microsoft.com/office/infopath/2007/PartnerControls"/>
    </lcf76f155ced4ddcb4097134ff3c332f>
    <TaxCatchAll xmlns="dade0ac3-28db-4265-865b-32f2de5ea973" xsi:nil="true"/>
  </documentManagement>
</p:properties>
</file>

<file path=customXml/itemProps1.xml><?xml version="1.0" encoding="utf-8"?>
<ds:datastoreItem xmlns:ds="http://schemas.openxmlformats.org/officeDocument/2006/customXml" ds:itemID="{7A644AE8-F151-4888-8DF4-98D970F781A3}">
  <ds:schemaRefs>
    <ds:schemaRef ds:uri="1a430762-0c70-477c-9f99-4f0de377434a"/>
    <ds:schemaRef ds:uri="dade0ac3-28db-4265-865b-32f2de5ea97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CFE6C9F-5342-4768-9383-9F4246D324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FB58357-47C5-445B-A342-D73F2F220B72}">
  <ds:schemaRefs>
    <ds:schemaRef ds:uri="1a430762-0c70-477c-9f99-4f0de377434a"/>
    <ds:schemaRef ds:uri="dade0ac3-28db-4265-865b-32f2de5ea97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5354cecc-0549-4241-8e61-4e4860470ed6}" enabled="1" method="Standard" siteId="{26ca13d3-00b1-4326-a52f-094eb0cb809a}" removed="0"/>
  <clbl:label id="{a9324442-4656-4fca-b26e-099b64ea741e}" enabled="1" method="Standard" siteId="{18a01ad8-9727-498a-a47d-17374c6fd9f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GT America Regular</vt:lpstr>
      <vt:lpstr>Noto Mono</vt:lpstr>
      <vt:lpstr>Aptos</vt:lpstr>
      <vt:lpstr>Arial</vt:lpstr>
      <vt:lpstr>Calibri</vt:lpstr>
      <vt:lpstr>Franklin Gothic Book</vt:lpstr>
      <vt:lpstr>Franklin Gothic Demi</vt:lpstr>
      <vt:lpstr>Lucida Grande</vt:lpstr>
      <vt:lpstr>Inner Chapter 2020 master content white</vt:lpstr>
      <vt:lpstr>think-cell Slide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Alex Wilson</dc:creator>
  <cp:keywords/>
  <dc:description/>
  <cp:lastModifiedBy>Tristan McInnis</cp:lastModifiedBy>
  <cp:revision>10</cp:revision>
  <cp:lastPrinted>2019-10-07T16:23:34Z</cp:lastPrinted>
  <dcterms:created xsi:type="dcterms:W3CDTF">2020-06-09T02:58:34Z</dcterms:created>
  <dcterms:modified xsi:type="dcterms:W3CDTF">2026-01-17T11:45:42Z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0x010100D084E27BF9909C49B6B2071A723661AD</vt:lpwstr>
  </property>
  <property fmtid="{D5CDD505-2E9C-101B-9397-08002B2CF9AE}" pid="3" name="ClassificationContentMarkingFooterLocations">
    <vt:lpwstr>Inner Chapter 2020 master content white:5</vt:lpwstr>
  </property>
  <property fmtid="{D5CDD505-2E9C-101B-9397-08002B2CF9AE}" pid="4" name="ClassificationContentMarkingFooterText">
    <vt:lpwstr>Mondelez International Internal</vt:lpwstr>
  </property>
  <property fmtid="{D5CDD505-2E9C-101B-9397-08002B2CF9AE}" pid="5" name="MediaServiceImageTags">
    <vt:lpwstr/>
  </property>
</Properties>
</file>